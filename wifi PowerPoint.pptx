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5A5FBB6-A862-E424-E2AE-D6BA8232D7C4}"/>
              </a:ext>
            </a:extLst>
          </p:cNvPr>
          <p:cNvSpPr/>
          <p:nvPr/>
        </p:nvSpPr>
        <p:spPr>
          <a:xfrm>
            <a:off x="3621975" y="2489860"/>
            <a:ext cx="12726388" cy="1904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18D154-FAA5-C0C5-27E2-59B0F2B382FA}"/>
              </a:ext>
            </a:extLst>
          </p:cNvPr>
          <p:cNvSpPr txBox="1"/>
          <p:nvPr/>
        </p:nvSpPr>
        <p:spPr>
          <a:xfrm>
            <a:off x="3621975" y="2489860"/>
            <a:ext cx="1286015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pt-PT" sz="600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Projecto</a:t>
            </a:r>
            <a:r>
              <a:rPr lang="pt-PT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 Wi-Fi residencial</a:t>
            </a:r>
            <a:r>
              <a:rPr lang="pt-PT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Personalizados</PresentationFormat>
  <Slides>11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alstenlaice2009@gmail.com</cp:lastModifiedBy>
  <cp:revision>2</cp:revision>
  <dcterms:created xsi:type="dcterms:W3CDTF">2026-05-18T08:46:29Z</dcterms:created>
  <dcterms:modified xsi:type="dcterms:W3CDTF">2026-09-21T18:24:56Z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2026-05-18T00:00:00Z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2026-05-18T00:00:00Z</vt:filetime>
  </property>
  <property fmtid="{D5CDD505-2E9C-101B-9397-08002B2CF9AE}" pid="5" name="Producer">
    <vt:lpwstr>3-Heights(TM) PDF Security Shell 4.8.25.2 (http://www.pdf-tools.com)</vt:lpwstr>
  </property>
</Properties>
</file>