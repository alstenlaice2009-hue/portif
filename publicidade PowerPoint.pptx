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7" r:id="rId3"/>
    <p:sldId id="266" r:id="rId4"/>
    <p:sldId id="264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5" r:id="rId13"/>
    <p:sldId id="269" r:id="rId14"/>
    <p:sldId id="267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6" autoAdjust="0"/>
    <p:restoredTop sz="94660"/>
  </p:normalViewPr>
  <p:slideViewPr>
    <p:cSldViewPr snapToGrid="0">
      <p:cViewPr varScale="1">
        <p:scale>
          <a:sx n="70" d="100"/>
          <a:sy n="70" d="100"/>
        </p:scale>
        <p:origin x="71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95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2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9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50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83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5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61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92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5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37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40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AF05E3-ED94-4ADC-BF75-ABF7317AF27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335BC6D-D6C4-4F75-8108-1985468FA24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321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audio" Target="../media/media1.mp3" /><Relationship Id="rId1" Type="http://schemas.microsoft.com/office/2007/relationships/media" Target="../media/media1.mp3" /><Relationship Id="rId5" Type="http://schemas.openxmlformats.org/officeDocument/2006/relationships/image" Target="../media/image2.png" /><Relationship Id="rId4" Type="http://schemas.openxmlformats.org/officeDocument/2006/relationships/image" Target="../media/image1.jp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jpg" /><Relationship Id="rId5" Type="http://schemas.openxmlformats.org/officeDocument/2006/relationships/image" Target="../media/image14.jpg" /><Relationship Id="rId4" Type="http://schemas.openxmlformats.org/officeDocument/2006/relationships/image" Target="../media/image13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Digitaltech2020@gmail.com" TargetMode="External" /><Relationship Id="rId2" Type="http://schemas.openxmlformats.org/officeDocument/2006/relationships/hyperlink" Target="http://www.digitalstoretech.mz/" TargetMode="Externa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digital store&#10;&#10;AI-generated content may be incorrect.">
            <a:extLst>
              <a:ext uri="{FF2B5EF4-FFF2-40B4-BE49-F238E27FC236}">
                <a16:creationId xmlns:a16="http://schemas.microsoft.com/office/drawing/2014/main" id="{390098FD-75D7-9A04-616F-09839AA0E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Marconi_Union_-_Weightless_Part_1_(mp3.pm) (1)">
            <a:hlinkClick r:id="" action="ppaction://media"/>
            <a:extLst>
              <a:ext uri="{FF2B5EF4-FFF2-40B4-BE49-F238E27FC236}">
                <a16:creationId xmlns:a16="http://schemas.microsoft.com/office/drawing/2014/main" id="{2A3F3B28-9117-6AFA-9B68-2B397BF75D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91450" y="-1371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3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blinds dir="vert"/>
      </p:transition>
    </mc:Choice>
    <mc:Fallback xmlns="">
      <p:transition spd="slow" advTm="2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928582-37C8-1812-20D7-7CD3E620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368480"/>
            <a:ext cx="2367436" cy="688919"/>
          </a:xfrm>
        </p:spPr>
        <p:txBody>
          <a:bodyPr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Store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2075D-E7E7-A907-909C-31C59A533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1062"/>
            <a:ext cx="3932237" cy="3507925"/>
          </a:xfrm>
        </p:spPr>
        <p:txBody>
          <a:bodyPr/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Bem vindo a nossa loja oferecemos produtos de qualidade, e os últimos modelos do mercado a bons preços, obtemos os produtos diretos de fornecedores oficiais ( Samsung , Lenovo , Apple) 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Todos produtos comprados tem a garantia de 13 meses , a garantia só abrange problemas técnicos e de funcionalidade </a:t>
            </a:r>
          </a:p>
          <a:p>
            <a:endParaRPr lang="pt-PT" dirty="0"/>
          </a:p>
        </p:txBody>
      </p:sp>
      <p:pic>
        <p:nvPicPr>
          <p:cNvPr id="6" name="Content Placeholder 5" descr="A logo for a digital store&#10;&#10;AI-generated content may be incorrect.">
            <a:extLst>
              <a:ext uri="{FF2B5EF4-FFF2-40B4-BE49-F238E27FC236}">
                <a16:creationId xmlns:a16="http://schemas.microsoft.com/office/drawing/2014/main" id="{0B961528-E164-6740-7243-EA617CE09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368481"/>
            <a:ext cx="6172200" cy="411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6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250" advTm="8000">
        <p159:morph option="byObject"/>
      </p:transition>
    </mc:Choice>
    <mc:Fallback xmlns="">
      <p:transition spd="slow" advTm="8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09ABF9-E0F1-7599-6DEC-C58AB7292129}"/>
              </a:ext>
            </a:extLst>
          </p:cNvPr>
          <p:cNvSpPr txBox="1">
            <a:spLocks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6000" dirty="0">
                <a:latin typeface="Arial Black" panose="020B0A04020102020204" pitchFamily="34" charset="0"/>
                <a:cs typeface="Times New Roman" panose="02020603050405020304" pitchFamily="18" charset="0"/>
              </a:rPr>
              <a:t>New Models </a:t>
            </a:r>
          </a:p>
        </p:txBody>
      </p:sp>
      <p:pic>
        <p:nvPicPr>
          <p:cNvPr id="5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35F65AB6-B231-5FED-AD9D-BC0C4354E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8449" y="4281407"/>
            <a:ext cx="8502757" cy="25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8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BA14-B4D4-2831-CE73-C0691F48B24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041400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red sign with white letters&#10;&#10;AI-generated content may be incorrect.">
            <a:extLst>
              <a:ext uri="{FF2B5EF4-FFF2-40B4-BE49-F238E27FC236}">
                <a16:creationId xmlns:a16="http://schemas.microsoft.com/office/drawing/2014/main" id="{D5BCC16A-F07D-5286-FE5E-DE96054A4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098" y="2568694"/>
            <a:ext cx="5157804" cy="17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7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7664">
        <p:blinds dir="vert"/>
      </p:transition>
    </mc:Choice>
    <mc:Fallback xmlns="">
      <p:transition spd="slow" advTm="7664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mputer with a colorful flower on the screen&#10;&#10;AI-generated content may be incorrect.">
            <a:extLst>
              <a:ext uri="{FF2B5EF4-FFF2-40B4-BE49-F238E27FC236}">
                <a16:creationId xmlns:a16="http://schemas.microsoft.com/office/drawing/2014/main" id="{AF2E4A92-DC00-2640-D96B-4FF3BB020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1" y="0"/>
            <a:ext cx="10460064" cy="819731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AFA497-DEEF-8695-AD8A-DA7BBA1A05D3}"/>
              </a:ext>
            </a:extLst>
          </p:cNvPr>
          <p:cNvGrpSpPr/>
          <p:nvPr/>
        </p:nvGrpSpPr>
        <p:grpSpPr>
          <a:xfrm>
            <a:off x="-8229600" y="0"/>
            <a:ext cx="8056037" cy="6858000"/>
            <a:chOff x="6868" y="0"/>
            <a:chExt cx="8056037" cy="6858000"/>
          </a:xfrm>
        </p:grpSpPr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11F9DF4C-50A0-6938-A869-CDEA7C99A04A}"/>
                </a:ext>
              </a:extLst>
            </p:cNvPr>
            <p:cNvSpPr/>
            <p:nvPr/>
          </p:nvSpPr>
          <p:spPr>
            <a:xfrm>
              <a:off x="13913" y="0"/>
              <a:ext cx="8048992" cy="6858000"/>
            </a:xfrm>
            <a:custGeom>
              <a:avLst/>
              <a:gdLst/>
              <a:ahLst/>
              <a:cxnLst/>
              <a:rect l="l" t="t" r="r" b="b"/>
              <a:pathLst>
                <a:path w="8048992" h="6858000">
                  <a:moveTo>
                    <a:pt x="6553052" y="4324848"/>
                  </a:moveTo>
                  <a:lnTo>
                    <a:pt x="6553052" y="4487368"/>
                  </a:lnTo>
                  <a:cubicBezTo>
                    <a:pt x="6553052" y="4527056"/>
                    <a:pt x="6550770" y="4551563"/>
                    <a:pt x="6546206" y="4560889"/>
                  </a:cubicBezTo>
                  <a:cubicBezTo>
                    <a:pt x="6541643" y="4570216"/>
                    <a:pt x="6531820" y="4574879"/>
                    <a:pt x="6516738" y="4574879"/>
                  </a:cubicBezTo>
                  <a:cubicBezTo>
                    <a:pt x="6500864" y="4574879"/>
                    <a:pt x="6490247" y="4568926"/>
                    <a:pt x="6484889" y="4557020"/>
                  </a:cubicBezTo>
                  <a:cubicBezTo>
                    <a:pt x="6479531" y="4545113"/>
                    <a:pt x="6476852" y="4518721"/>
                    <a:pt x="6476852" y="4477843"/>
                  </a:cubicBezTo>
                  <a:cubicBezTo>
                    <a:pt x="6476852" y="4442124"/>
                    <a:pt x="6479928" y="4414740"/>
                    <a:pt x="6486080" y="4395690"/>
                  </a:cubicBezTo>
                  <a:cubicBezTo>
                    <a:pt x="6492232" y="4376640"/>
                    <a:pt x="6514556" y="4353026"/>
                    <a:pt x="6553052" y="4324848"/>
                  </a:cubicBezTo>
                  <a:close/>
                  <a:moveTo>
                    <a:pt x="3987851" y="3956349"/>
                  </a:moveTo>
                  <a:lnTo>
                    <a:pt x="3987851" y="4366520"/>
                  </a:lnTo>
                  <a:lnTo>
                    <a:pt x="3881588" y="4366520"/>
                  </a:lnTo>
                  <a:close/>
                  <a:moveTo>
                    <a:pt x="4835874" y="3951587"/>
                  </a:moveTo>
                  <a:cubicBezTo>
                    <a:pt x="4848642" y="4112297"/>
                    <a:pt x="4861367" y="4247234"/>
                    <a:pt x="4874048" y="4356399"/>
                  </a:cubicBezTo>
                  <a:lnTo>
                    <a:pt x="4787774" y="4356399"/>
                  </a:lnTo>
                  <a:cubicBezTo>
                    <a:pt x="4794310" y="4271078"/>
                    <a:pt x="4810343" y="4136140"/>
                    <a:pt x="4835874" y="3951587"/>
                  </a:cubicBezTo>
                  <a:close/>
                  <a:moveTo>
                    <a:pt x="5182048" y="3910510"/>
                  </a:moveTo>
                  <a:lnTo>
                    <a:pt x="5182048" y="4443315"/>
                  </a:lnTo>
                  <a:cubicBezTo>
                    <a:pt x="5182048" y="4511181"/>
                    <a:pt x="5183437" y="4556524"/>
                    <a:pt x="5186215" y="4579344"/>
                  </a:cubicBezTo>
                  <a:cubicBezTo>
                    <a:pt x="5188993" y="4602164"/>
                    <a:pt x="5196038" y="4624092"/>
                    <a:pt x="5207349" y="4645126"/>
                  </a:cubicBezTo>
                  <a:cubicBezTo>
                    <a:pt x="5218660" y="4666160"/>
                    <a:pt x="5236221" y="4683028"/>
                    <a:pt x="5260034" y="4695728"/>
                  </a:cubicBezTo>
                  <a:cubicBezTo>
                    <a:pt x="5283846" y="4708428"/>
                    <a:pt x="5313810" y="4714778"/>
                    <a:pt x="5349926" y="4714778"/>
                  </a:cubicBezTo>
                  <a:cubicBezTo>
                    <a:pt x="5381676" y="4714778"/>
                    <a:pt x="5409755" y="4708117"/>
                    <a:pt x="5434163" y="4694797"/>
                  </a:cubicBezTo>
                  <a:cubicBezTo>
                    <a:pt x="5458571" y="4681477"/>
                    <a:pt x="5479109" y="4661497"/>
                    <a:pt x="5495778" y="4634857"/>
                  </a:cubicBezTo>
                  <a:lnTo>
                    <a:pt x="5491610" y="4700490"/>
                  </a:lnTo>
                  <a:lnTo>
                    <a:pt x="5736284" y="4700490"/>
                  </a:lnTo>
                  <a:lnTo>
                    <a:pt x="5736284" y="3910510"/>
                  </a:lnTo>
                  <a:lnTo>
                    <a:pt x="5495778" y="3910510"/>
                  </a:lnTo>
                  <a:lnTo>
                    <a:pt x="5495778" y="4442124"/>
                  </a:lnTo>
                  <a:cubicBezTo>
                    <a:pt x="5495778" y="4506815"/>
                    <a:pt x="5494091" y="4545113"/>
                    <a:pt x="5490717" y="4557020"/>
                  </a:cubicBezTo>
                  <a:cubicBezTo>
                    <a:pt x="5487344" y="4568926"/>
                    <a:pt x="5476728" y="4574879"/>
                    <a:pt x="5458868" y="4574879"/>
                  </a:cubicBezTo>
                  <a:cubicBezTo>
                    <a:pt x="5442199" y="4574879"/>
                    <a:pt x="5431980" y="4569124"/>
                    <a:pt x="5428210" y="4557615"/>
                  </a:cubicBezTo>
                  <a:cubicBezTo>
                    <a:pt x="5424439" y="4546106"/>
                    <a:pt x="5422554" y="4509593"/>
                    <a:pt x="5422554" y="4448078"/>
                  </a:cubicBezTo>
                  <a:lnTo>
                    <a:pt x="5422554" y="3910510"/>
                  </a:lnTo>
                  <a:close/>
                  <a:moveTo>
                    <a:pt x="6522691" y="3896223"/>
                  </a:moveTo>
                  <a:cubicBezTo>
                    <a:pt x="6454826" y="3896223"/>
                    <a:pt x="6399661" y="3908923"/>
                    <a:pt x="6357195" y="3934323"/>
                  </a:cubicBezTo>
                  <a:cubicBezTo>
                    <a:pt x="6314729" y="3959723"/>
                    <a:pt x="6286452" y="3988992"/>
                    <a:pt x="6272362" y="4022131"/>
                  </a:cubicBezTo>
                  <a:cubicBezTo>
                    <a:pt x="6258274" y="4055271"/>
                    <a:pt x="6251229" y="4102399"/>
                    <a:pt x="6251229" y="4163518"/>
                  </a:cubicBezTo>
                  <a:lnTo>
                    <a:pt x="6251229" y="4216501"/>
                  </a:lnTo>
                  <a:lnTo>
                    <a:pt x="6476852" y="4216501"/>
                  </a:lnTo>
                  <a:lnTo>
                    <a:pt x="6476852" y="4133753"/>
                  </a:lnTo>
                  <a:cubicBezTo>
                    <a:pt x="6476852" y="4089699"/>
                    <a:pt x="6478837" y="4062414"/>
                    <a:pt x="6482805" y="4051897"/>
                  </a:cubicBezTo>
                  <a:cubicBezTo>
                    <a:pt x="6486774" y="4041380"/>
                    <a:pt x="6496895" y="4036121"/>
                    <a:pt x="6513166" y="4036121"/>
                  </a:cubicBezTo>
                  <a:cubicBezTo>
                    <a:pt x="6527454" y="4036121"/>
                    <a:pt x="6537674" y="4042372"/>
                    <a:pt x="6543825" y="4054874"/>
                  </a:cubicBezTo>
                  <a:cubicBezTo>
                    <a:pt x="6549977" y="4067375"/>
                    <a:pt x="6553052" y="4094264"/>
                    <a:pt x="6553052" y="4135538"/>
                  </a:cubicBezTo>
                  <a:cubicBezTo>
                    <a:pt x="6553052" y="4168479"/>
                    <a:pt x="6550275" y="4190307"/>
                    <a:pt x="6544718" y="4201023"/>
                  </a:cubicBezTo>
                  <a:cubicBezTo>
                    <a:pt x="6539162" y="4211739"/>
                    <a:pt x="6496895" y="4232574"/>
                    <a:pt x="6417916" y="4263531"/>
                  </a:cubicBezTo>
                  <a:cubicBezTo>
                    <a:pt x="6344098" y="4292106"/>
                    <a:pt x="6297862" y="4317109"/>
                    <a:pt x="6279209" y="4338540"/>
                  </a:cubicBezTo>
                  <a:cubicBezTo>
                    <a:pt x="6260556" y="4359971"/>
                    <a:pt x="6251229" y="4400254"/>
                    <a:pt x="6251229" y="4459388"/>
                  </a:cubicBezTo>
                  <a:lnTo>
                    <a:pt x="6251229" y="4524278"/>
                  </a:lnTo>
                  <a:cubicBezTo>
                    <a:pt x="6251229" y="4604049"/>
                    <a:pt x="6268791" y="4655742"/>
                    <a:pt x="6303914" y="4679356"/>
                  </a:cubicBezTo>
                  <a:cubicBezTo>
                    <a:pt x="6339037" y="4702971"/>
                    <a:pt x="6377634" y="4714778"/>
                    <a:pt x="6419702" y="4714778"/>
                  </a:cubicBezTo>
                  <a:cubicBezTo>
                    <a:pt x="6451849" y="4714778"/>
                    <a:pt x="6479531" y="4707721"/>
                    <a:pt x="6502748" y="4693607"/>
                  </a:cubicBezTo>
                  <a:cubicBezTo>
                    <a:pt x="6525966" y="4679493"/>
                    <a:pt x="6544917" y="4658322"/>
                    <a:pt x="6559601" y="4630094"/>
                  </a:cubicBezTo>
                  <a:lnTo>
                    <a:pt x="6559601" y="4700490"/>
                  </a:lnTo>
                  <a:lnTo>
                    <a:pt x="6793559" y="4700490"/>
                  </a:lnTo>
                  <a:lnTo>
                    <a:pt x="6793559" y="4304012"/>
                  </a:lnTo>
                  <a:cubicBezTo>
                    <a:pt x="6793559" y="4173440"/>
                    <a:pt x="6789391" y="4087219"/>
                    <a:pt x="6781057" y="4045349"/>
                  </a:cubicBezTo>
                  <a:cubicBezTo>
                    <a:pt x="6772723" y="4003478"/>
                    <a:pt x="6747918" y="3968157"/>
                    <a:pt x="6706643" y="3939383"/>
                  </a:cubicBezTo>
                  <a:cubicBezTo>
                    <a:pt x="6665368" y="3910610"/>
                    <a:pt x="6604051" y="3896223"/>
                    <a:pt x="6522691" y="3896223"/>
                  </a:cubicBezTo>
                  <a:close/>
                  <a:moveTo>
                    <a:pt x="6206580" y="3896223"/>
                  </a:moveTo>
                  <a:cubicBezTo>
                    <a:pt x="6140303" y="3900601"/>
                    <a:pt x="6089701" y="3939991"/>
                    <a:pt x="6054776" y="4014392"/>
                  </a:cubicBezTo>
                  <a:lnTo>
                    <a:pt x="6064301" y="3910510"/>
                  </a:lnTo>
                  <a:lnTo>
                    <a:pt x="5823795" y="3910510"/>
                  </a:lnTo>
                  <a:lnTo>
                    <a:pt x="5823795" y="4700490"/>
                  </a:lnTo>
                  <a:lnTo>
                    <a:pt x="6064301" y="4700490"/>
                  </a:lnTo>
                  <a:lnTo>
                    <a:pt x="6064301" y="4388546"/>
                  </a:lnTo>
                  <a:cubicBezTo>
                    <a:pt x="6064301" y="4311949"/>
                    <a:pt x="6066682" y="4263035"/>
                    <a:pt x="6071445" y="4241802"/>
                  </a:cubicBezTo>
                  <a:cubicBezTo>
                    <a:pt x="6076207" y="4220569"/>
                    <a:pt x="6088907" y="4203999"/>
                    <a:pt x="6109545" y="4192093"/>
                  </a:cubicBezTo>
                  <a:cubicBezTo>
                    <a:pt x="6130182" y="4180187"/>
                    <a:pt x="6162527" y="4174234"/>
                    <a:pt x="6206580" y="4174234"/>
                  </a:cubicBezTo>
                  <a:close/>
                  <a:moveTo>
                    <a:pt x="4644629" y="3736679"/>
                  </a:moveTo>
                  <a:lnTo>
                    <a:pt x="4516786" y="4700490"/>
                  </a:lnTo>
                  <a:lnTo>
                    <a:pt x="4775896" y="4700490"/>
                  </a:lnTo>
                  <a:lnTo>
                    <a:pt x="4790965" y="4527254"/>
                  </a:lnTo>
                  <a:lnTo>
                    <a:pt x="4880615" y="4527254"/>
                  </a:lnTo>
                  <a:lnTo>
                    <a:pt x="4894065" y="4700490"/>
                  </a:lnTo>
                  <a:lnTo>
                    <a:pt x="5150199" y="4700490"/>
                  </a:lnTo>
                  <a:lnTo>
                    <a:pt x="5006877" y="3736679"/>
                  </a:lnTo>
                  <a:close/>
                  <a:moveTo>
                    <a:pt x="3909865" y="3736679"/>
                  </a:moveTo>
                  <a:lnTo>
                    <a:pt x="3702101" y="4366520"/>
                  </a:lnTo>
                  <a:lnTo>
                    <a:pt x="3702101" y="4530826"/>
                  </a:lnTo>
                  <a:lnTo>
                    <a:pt x="3987851" y="4530826"/>
                  </a:lnTo>
                  <a:lnTo>
                    <a:pt x="3987851" y="4700490"/>
                  </a:lnTo>
                  <a:lnTo>
                    <a:pt x="4228357" y="4700490"/>
                  </a:lnTo>
                  <a:lnTo>
                    <a:pt x="4228357" y="4530826"/>
                  </a:lnTo>
                  <a:lnTo>
                    <a:pt x="4296818" y="4530826"/>
                  </a:lnTo>
                  <a:lnTo>
                    <a:pt x="4296818" y="4366520"/>
                  </a:lnTo>
                  <a:lnTo>
                    <a:pt x="4228357" y="4366520"/>
                  </a:lnTo>
                  <a:lnTo>
                    <a:pt x="4228357" y="3736679"/>
                  </a:lnTo>
                  <a:close/>
                  <a:moveTo>
                    <a:pt x="3500290" y="3736679"/>
                  </a:moveTo>
                  <a:cubicBezTo>
                    <a:pt x="3439965" y="3814541"/>
                    <a:pt x="3351660" y="3865986"/>
                    <a:pt x="3235376" y="3891014"/>
                  </a:cubicBezTo>
                  <a:lnTo>
                    <a:pt x="3235376" y="4003379"/>
                  </a:lnTo>
                  <a:lnTo>
                    <a:pt x="3259188" y="4003379"/>
                  </a:lnTo>
                  <a:cubicBezTo>
                    <a:pt x="3314751" y="4003379"/>
                    <a:pt x="3350569" y="4007249"/>
                    <a:pt x="3366642" y="4014988"/>
                  </a:cubicBezTo>
                  <a:cubicBezTo>
                    <a:pt x="3382716" y="4022727"/>
                    <a:pt x="3392538" y="4034137"/>
                    <a:pt x="3396110" y="4049218"/>
                  </a:cubicBezTo>
                  <a:cubicBezTo>
                    <a:pt x="3399682" y="4064299"/>
                    <a:pt x="3401468" y="4109146"/>
                    <a:pt x="3401468" y="4183759"/>
                  </a:cubicBezTo>
                  <a:lnTo>
                    <a:pt x="3401468" y="4700490"/>
                  </a:lnTo>
                  <a:lnTo>
                    <a:pt x="3641974" y="4700490"/>
                  </a:lnTo>
                  <a:lnTo>
                    <a:pt x="3641974" y="3736679"/>
                  </a:lnTo>
                  <a:close/>
                  <a:moveTo>
                    <a:pt x="2411464" y="3736679"/>
                  </a:moveTo>
                  <a:lnTo>
                    <a:pt x="2411464" y="4700490"/>
                  </a:lnTo>
                  <a:lnTo>
                    <a:pt x="2621014" y="4700490"/>
                  </a:lnTo>
                  <a:lnTo>
                    <a:pt x="2621014" y="4262340"/>
                  </a:lnTo>
                  <a:lnTo>
                    <a:pt x="2751387" y="4700490"/>
                  </a:lnTo>
                  <a:lnTo>
                    <a:pt x="2971057" y="4700490"/>
                  </a:lnTo>
                  <a:lnTo>
                    <a:pt x="2971057" y="3736679"/>
                  </a:lnTo>
                  <a:lnTo>
                    <a:pt x="2761507" y="3736679"/>
                  </a:lnTo>
                  <a:lnTo>
                    <a:pt x="2761507" y="4170662"/>
                  </a:lnTo>
                  <a:lnTo>
                    <a:pt x="2621014" y="3736679"/>
                  </a:lnTo>
                  <a:close/>
                  <a:moveTo>
                    <a:pt x="1906639" y="3736679"/>
                  </a:moveTo>
                  <a:lnTo>
                    <a:pt x="1906639" y="4700490"/>
                  </a:lnTo>
                  <a:lnTo>
                    <a:pt x="2341217" y="4700490"/>
                  </a:lnTo>
                  <a:lnTo>
                    <a:pt x="2341217" y="4507609"/>
                  </a:lnTo>
                  <a:lnTo>
                    <a:pt x="2157265" y="4507609"/>
                  </a:lnTo>
                  <a:lnTo>
                    <a:pt x="2157265" y="4295678"/>
                  </a:lnTo>
                  <a:lnTo>
                    <a:pt x="2313832" y="4295678"/>
                  </a:lnTo>
                  <a:lnTo>
                    <a:pt x="2313832" y="4112322"/>
                  </a:lnTo>
                  <a:lnTo>
                    <a:pt x="2157265" y="4112322"/>
                  </a:lnTo>
                  <a:lnTo>
                    <a:pt x="2157265" y="3929560"/>
                  </a:lnTo>
                  <a:lnTo>
                    <a:pt x="2324548" y="3929560"/>
                  </a:lnTo>
                  <a:lnTo>
                    <a:pt x="2324548" y="3736679"/>
                  </a:lnTo>
                  <a:close/>
                  <a:moveTo>
                    <a:pt x="1505993" y="3716438"/>
                  </a:moveTo>
                  <a:cubicBezTo>
                    <a:pt x="1431381" y="3716438"/>
                    <a:pt x="1370560" y="3733802"/>
                    <a:pt x="1323530" y="3768528"/>
                  </a:cubicBezTo>
                  <a:cubicBezTo>
                    <a:pt x="1276500" y="3803255"/>
                    <a:pt x="1248025" y="3841454"/>
                    <a:pt x="1238103" y="3883126"/>
                  </a:cubicBezTo>
                  <a:cubicBezTo>
                    <a:pt x="1228181" y="3924798"/>
                    <a:pt x="1223220" y="3991671"/>
                    <a:pt x="1223220" y="4083746"/>
                  </a:cubicBezTo>
                  <a:lnTo>
                    <a:pt x="1223220" y="4370092"/>
                  </a:lnTo>
                  <a:cubicBezTo>
                    <a:pt x="1223220" y="4436370"/>
                    <a:pt x="1225603" y="4486078"/>
                    <a:pt x="1230368" y="4519217"/>
                  </a:cubicBezTo>
                  <a:cubicBezTo>
                    <a:pt x="1235134" y="4552357"/>
                    <a:pt x="1247050" y="4584007"/>
                    <a:pt x="1266115" y="4614170"/>
                  </a:cubicBezTo>
                  <a:cubicBezTo>
                    <a:pt x="1285181" y="4644332"/>
                    <a:pt x="1313081" y="4669633"/>
                    <a:pt x="1349817" y="4690072"/>
                  </a:cubicBezTo>
                  <a:cubicBezTo>
                    <a:pt x="1386553" y="4710511"/>
                    <a:pt x="1425973" y="4720731"/>
                    <a:pt x="1468079" y="4720731"/>
                  </a:cubicBezTo>
                  <a:cubicBezTo>
                    <a:pt x="1503426" y="4720731"/>
                    <a:pt x="1534106" y="4713289"/>
                    <a:pt x="1560120" y="4698406"/>
                  </a:cubicBezTo>
                  <a:cubicBezTo>
                    <a:pt x="1586134" y="4683524"/>
                    <a:pt x="1607680" y="4661199"/>
                    <a:pt x="1624758" y="4631434"/>
                  </a:cubicBezTo>
                  <a:lnTo>
                    <a:pt x="1647938" y="4700490"/>
                  </a:lnTo>
                  <a:lnTo>
                    <a:pt x="1805436" y="4700490"/>
                  </a:lnTo>
                  <a:lnTo>
                    <a:pt x="1805436" y="4183163"/>
                  </a:lnTo>
                  <a:lnTo>
                    <a:pt x="1511947" y="4183163"/>
                  </a:lnTo>
                  <a:lnTo>
                    <a:pt x="1511947" y="4329610"/>
                  </a:lnTo>
                  <a:lnTo>
                    <a:pt x="1562548" y="4329610"/>
                  </a:lnTo>
                  <a:lnTo>
                    <a:pt x="1562548" y="4443910"/>
                  </a:lnTo>
                  <a:cubicBezTo>
                    <a:pt x="1562548" y="4488757"/>
                    <a:pt x="1559274" y="4518920"/>
                    <a:pt x="1552725" y="4534398"/>
                  </a:cubicBezTo>
                  <a:cubicBezTo>
                    <a:pt x="1546177" y="4549876"/>
                    <a:pt x="1533775" y="4557615"/>
                    <a:pt x="1515518" y="4557615"/>
                  </a:cubicBezTo>
                  <a:cubicBezTo>
                    <a:pt x="1498850" y="4557615"/>
                    <a:pt x="1487737" y="4550769"/>
                    <a:pt x="1482181" y="4537077"/>
                  </a:cubicBezTo>
                  <a:cubicBezTo>
                    <a:pt x="1476625" y="4523385"/>
                    <a:pt x="1473846" y="4494909"/>
                    <a:pt x="1473846" y="4451649"/>
                  </a:cubicBezTo>
                  <a:lnTo>
                    <a:pt x="1473846" y="3989092"/>
                  </a:lnTo>
                  <a:cubicBezTo>
                    <a:pt x="1473846" y="3939879"/>
                    <a:pt x="1476625" y="3909320"/>
                    <a:pt x="1482181" y="3897413"/>
                  </a:cubicBezTo>
                  <a:cubicBezTo>
                    <a:pt x="1487737" y="3885507"/>
                    <a:pt x="1498254" y="3879554"/>
                    <a:pt x="1513732" y="3879554"/>
                  </a:cubicBezTo>
                  <a:cubicBezTo>
                    <a:pt x="1531592" y="3879554"/>
                    <a:pt x="1542903" y="3886500"/>
                    <a:pt x="1547665" y="3900390"/>
                  </a:cubicBezTo>
                  <a:cubicBezTo>
                    <a:pt x="1552428" y="3914281"/>
                    <a:pt x="1554809" y="3948809"/>
                    <a:pt x="1554809" y="4003974"/>
                  </a:cubicBezTo>
                  <a:lnTo>
                    <a:pt x="1554809" y="4091486"/>
                  </a:lnTo>
                  <a:lnTo>
                    <a:pt x="1805436" y="4091486"/>
                  </a:lnTo>
                  <a:lnTo>
                    <a:pt x="1805436" y="4049813"/>
                  </a:lnTo>
                  <a:cubicBezTo>
                    <a:pt x="1805436" y="3970835"/>
                    <a:pt x="1798093" y="3910610"/>
                    <a:pt x="1783409" y="3869136"/>
                  </a:cubicBezTo>
                  <a:cubicBezTo>
                    <a:pt x="1768725" y="3827663"/>
                    <a:pt x="1737173" y="3791845"/>
                    <a:pt x="1688754" y="3761682"/>
                  </a:cubicBezTo>
                  <a:cubicBezTo>
                    <a:pt x="1640336" y="3731520"/>
                    <a:pt x="1579415" y="3716438"/>
                    <a:pt x="1505993" y="3716438"/>
                  </a:cubicBezTo>
                  <a:close/>
                  <a:moveTo>
                    <a:pt x="4700440" y="2808587"/>
                  </a:moveTo>
                  <a:cubicBezTo>
                    <a:pt x="4737746" y="2809778"/>
                    <a:pt x="4760765" y="2814739"/>
                    <a:pt x="4769496" y="2823470"/>
                  </a:cubicBezTo>
                  <a:cubicBezTo>
                    <a:pt x="4778227" y="2832201"/>
                    <a:pt x="4782593" y="2857205"/>
                    <a:pt x="4782593" y="2898479"/>
                  </a:cubicBezTo>
                  <a:lnTo>
                    <a:pt x="4782593" y="2988371"/>
                  </a:lnTo>
                  <a:cubicBezTo>
                    <a:pt x="4782593" y="3027265"/>
                    <a:pt x="4777731" y="3051673"/>
                    <a:pt x="4768008" y="3061595"/>
                  </a:cubicBezTo>
                  <a:cubicBezTo>
                    <a:pt x="4758284" y="3071517"/>
                    <a:pt x="4735762" y="3077073"/>
                    <a:pt x="4700440" y="3078263"/>
                  </a:cubicBezTo>
                  <a:close/>
                  <a:moveTo>
                    <a:pt x="3435699" y="2494262"/>
                  </a:moveTo>
                  <a:cubicBezTo>
                    <a:pt x="3448467" y="2654972"/>
                    <a:pt x="3461192" y="2789909"/>
                    <a:pt x="3473873" y="2899075"/>
                  </a:cubicBezTo>
                  <a:lnTo>
                    <a:pt x="3387599" y="2899075"/>
                  </a:lnTo>
                  <a:cubicBezTo>
                    <a:pt x="3394135" y="2813753"/>
                    <a:pt x="3410168" y="2678815"/>
                    <a:pt x="3435699" y="2494262"/>
                  </a:cubicBezTo>
                  <a:close/>
                  <a:moveTo>
                    <a:pt x="4700440" y="2444256"/>
                  </a:moveTo>
                  <a:cubicBezTo>
                    <a:pt x="4726237" y="2444653"/>
                    <a:pt x="4743600" y="2446439"/>
                    <a:pt x="4752530" y="2449614"/>
                  </a:cubicBezTo>
                  <a:cubicBezTo>
                    <a:pt x="4761460" y="2452789"/>
                    <a:pt x="4768702" y="2460429"/>
                    <a:pt x="4774259" y="2472533"/>
                  </a:cubicBezTo>
                  <a:cubicBezTo>
                    <a:pt x="4779815" y="2484638"/>
                    <a:pt x="4782593" y="2505771"/>
                    <a:pt x="4782593" y="2535934"/>
                  </a:cubicBezTo>
                  <a:cubicBezTo>
                    <a:pt x="4782593" y="2593084"/>
                    <a:pt x="4779219" y="2627711"/>
                    <a:pt x="4772473" y="2639816"/>
                  </a:cubicBezTo>
                  <a:cubicBezTo>
                    <a:pt x="4765726" y="2651921"/>
                    <a:pt x="4750049" y="2657973"/>
                    <a:pt x="4725443" y="2657973"/>
                  </a:cubicBezTo>
                  <a:cubicBezTo>
                    <a:pt x="4719490" y="2657973"/>
                    <a:pt x="4711156" y="2658171"/>
                    <a:pt x="4700440" y="2658568"/>
                  </a:cubicBezTo>
                  <a:close/>
                  <a:moveTo>
                    <a:pt x="4043215" y="2444256"/>
                  </a:moveTo>
                  <a:cubicBezTo>
                    <a:pt x="4072187" y="2444256"/>
                    <a:pt x="4092130" y="2449018"/>
                    <a:pt x="4103044" y="2458543"/>
                  </a:cubicBezTo>
                  <a:cubicBezTo>
                    <a:pt x="4113958" y="2468068"/>
                    <a:pt x="4119415" y="2488110"/>
                    <a:pt x="4119415" y="2518670"/>
                  </a:cubicBezTo>
                  <a:lnTo>
                    <a:pt x="4119415" y="2571653"/>
                  </a:lnTo>
                  <a:cubicBezTo>
                    <a:pt x="4119415" y="2614118"/>
                    <a:pt x="4113760" y="2639221"/>
                    <a:pt x="4102449" y="2646960"/>
                  </a:cubicBezTo>
                  <a:cubicBezTo>
                    <a:pt x="4091138" y="2654699"/>
                    <a:pt x="4071393" y="2658568"/>
                    <a:pt x="4043215" y="2658568"/>
                  </a:cubicBezTo>
                  <a:close/>
                  <a:moveTo>
                    <a:pt x="5410053" y="2422229"/>
                  </a:moveTo>
                  <a:cubicBezTo>
                    <a:pt x="5425531" y="2422229"/>
                    <a:pt x="5435750" y="2428480"/>
                    <a:pt x="5440711" y="2440982"/>
                  </a:cubicBezTo>
                  <a:cubicBezTo>
                    <a:pt x="5445672" y="2453483"/>
                    <a:pt x="5448153" y="2482157"/>
                    <a:pt x="5448153" y="2527004"/>
                  </a:cubicBezTo>
                  <a:lnTo>
                    <a:pt x="5448153" y="2969917"/>
                  </a:lnTo>
                  <a:cubicBezTo>
                    <a:pt x="5448153" y="3026670"/>
                    <a:pt x="5445771" y="3062587"/>
                    <a:pt x="5441009" y="3077668"/>
                  </a:cubicBezTo>
                  <a:cubicBezTo>
                    <a:pt x="5436246" y="3092749"/>
                    <a:pt x="5425332" y="3100290"/>
                    <a:pt x="5408267" y="3100290"/>
                  </a:cubicBezTo>
                  <a:cubicBezTo>
                    <a:pt x="5391598" y="3100290"/>
                    <a:pt x="5380981" y="3093742"/>
                    <a:pt x="5376417" y="3080645"/>
                  </a:cubicBezTo>
                  <a:cubicBezTo>
                    <a:pt x="5371853" y="3067548"/>
                    <a:pt x="5369571" y="3033020"/>
                    <a:pt x="5369571" y="2977060"/>
                  </a:cubicBezTo>
                  <a:lnTo>
                    <a:pt x="5369571" y="2527004"/>
                  </a:lnTo>
                  <a:cubicBezTo>
                    <a:pt x="5369571" y="2477395"/>
                    <a:pt x="5373044" y="2447530"/>
                    <a:pt x="5379989" y="2437410"/>
                  </a:cubicBezTo>
                  <a:cubicBezTo>
                    <a:pt x="5386935" y="2427289"/>
                    <a:pt x="5396956" y="2422229"/>
                    <a:pt x="5410053" y="2422229"/>
                  </a:cubicBezTo>
                  <a:close/>
                  <a:moveTo>
                    <a:pt x="5792839" y="2279354"/>
                  </a:moveTo>
                  <a:lnTo>
                    <a:pt x="5792839" y="3243165"/>
                  </a:lnTo>
                  <a:lnTo>
                    <a:pt x="6002388" y="3243165"/>
                  </a:lnTo>
                  <a:lnTo>
                    <a:pt x="6002388" y="2805015"/>
                  </a:lnTo>
                  <a:lnTo>
                    <a:pt x="6132762" y="3243165"/>
                  </a:lnTo>
                  <a:lnTo>
                    <a:pt x="6352432" y="3243165"/>
                  </a:lnTo>
                  <a:lnTo>
                    <a:pt x="6352432" y="2279354"/>
                  </a:lnTo>
                  <a:lnTo>
                    <a:pt x="6142882" y="2279354"/>
                  </a:lnTo>
                  <a:lnTo>
                    <a:pt x="6142882" y="2713337"/>
                  </a:lnTo>
                  <a:lnTo>
                    <a:pt x="6002388" y="2279354"/>
                  </a:lnTo>
                  <a:close/>
                  <a:moveTo>
                    <a:pt x="4449813" y="2279354"/>
                  </a:moveTo>
                  <a:lnTo>
                    <a:pt x="4449813" y="3243165"/>
                  </a:lnTo>
                  <a:lnTo>
                    <a:pt x="4739731" y="3243165"/>
                  </a:lnTo>
                  <a:cubicBezTo>
                    <a:pt x="4840537" y="3243165"/>
                    <a:pt x="4907212" y="3237407"/>
                    <a:pt x="4939756" y="3225892"/>
                  </a:cubicBezTo>
                  <a:cubicBezTo>
                    <a:pt x="4972299" y="3214376"/>
                    <a:pt x="4996013" y="3192933"/>
                    <a:pt x="5010895" y="3161561"/>
                  </a:cubicBezTo>
                  <a:cubicBezTo>
                    <a:pt x="5025778" y="3130189"/>
                    <a:pt x="5033220" y="3081941"/>
                    <a:pt x="5033220" y="3016816"/>
                  </a:cubicBezTo>
                  <a:lnTo>
                    <a:pt x="5033220" y="2927473"/>
                  </a:lnTo>
                  <a:cubicBezTo>
                    <a:pt x="5033220" y="2864729"/>
                    <a:pt x="5022901" y="2818168"/>
                    <a:pt x="5002263" y="2787788"/>
                  </a:cubicBezTo>
                  <a:cubicBezTo>
                    <a:pt x="4981626" y="2757409"/>
                    <a:pt x="4942335" y="2735667"/>
                    <a:pt x="4884392" y="2722565"/>
                  </a:cubicBezTo>
                  <a:cubicBezTo>
                    <a:pt x="4936382" y="2710664"/>
                    <a:pt x="4971208" y="2693610"/>
                    <a:pt x="4988869" y="2671400"/>
                  </a:cubicBezTo>
                  <a:cubicBezTo>
                    <a:pt x="5006530" y="2649191"/>
                    <a:pt x="5015360" y="2609926"/>
                    <a:pt x="5015360" y="2553607"/>
                  </a:cubicBezTo>
                  <a:cubicBezTo>
                    <a:pt x="5015360" y="2470319"/>
                    <a:pt x="5002859" y="2409935"/>
                    <a:pt x="4977856" y="2372456"/>
                  </a:cubicBezTo>
                  <a:cubicBezTo>
                    <a:pt x="4952852" y="2334976"/>
                    <a:pt x="4920011" y="2310089"/>
                    <a:pt x="4879331" y="2297795"/>
                  </a:cubicBezTo>
                  <a:cubicBezTo>
                    <a:pt x="4838652" y="2285501"/>
                    <a:pt x="4778823" y="2279354"/>
                    <a:pt x="4699845" y="2279354"/>
                  </a:cubicBezTo>
                  <a:close/>
                  <a:moveTo>
                    <a:pt x="3792589" y="2279354"/>
                  </a:moveTo>
                  <a:lnTo>
                    <a:pt x="3792589" y="3243165"/>
                  </a:lnTo>
                  <a:lnTo>
                    <a:pt x="4043215" y="3243165"/>
                  </a:lnTo>
                  <a:lnTo>
                    <a:pt x="4043215" y="2808587"/>
                  </a:lnTo>
                  <a:cubicBezTo>
                    <a:pt x="4077743" y="2808587"/>
                    <a:pt x="4099075" y="2814739"/>
                    <a:pt x="4107211" y="2827042"/>
                  </a:cubicBezTo>
                  <a:cubicBezTo>
                    <a:pt x="4115347" y="2839345"/>
                    <a:pt x="4119415" y="2871293"/>
                    <a:pt x="4119415" y="2922887"/>
                  </a:cubicBezTo>
                  <a:lnTo>
                    <a:pt x="4119415" y="3243165"/>
                  </a:lnTo>
                  <a:lnTo>
                    <a:pt x="4352182" y="3243165"/>
                  </a:lnTo>
                  <a:lnTo>
                    <a:pt x="4352182" y="2988967"/>
                  </a:lnTo>
                  <a:cubicBezTo>
                    <a:pt x="4352182" y="2911179"/>
                    <a:pt x="4350099" y="2863653"/>
                    <a:pt x="4345931" y="2846390"/>
                  </a:cubicBezTo>
                  <a:cubicBezTo>
                    <a:pt x="4341764" y="2829125"/>
                    <a:pt x="4331148" y="2810175"/>
                    <a:pt x="4314082" y="2789537"/>
                  </a:cubicBezTo>
                  <a:cubicBezTo>
                    <a:pt x="4297017" y="2768899"/>
                    <a:pt x="4263679" y="2752429"/>
                    <a:pt x="4214070" y="2740126"/>
                  </a:cubicBezTo>
                  <a:cubicBezTo>
                    <a:pt x="4268838" y="2734967"/>
                    <a:pt x="4305550" y="2719489"/>
                    <a:pt x="4324202" y="2693692"/>
                  </a:cubicBezTo>
                  <a:cubicBezTo>
                    <a:pt x="4342855" y="2667895"/>
                    <a:pt x="4352182" y="2617492"/>
                    <a:pt x="4352182" y="2542482"/>
                  </a:cubicBezTo>
                  <a:cubicBezTo>
                    <a:pt x="4352182" y="2460329"/>
                    <a:pt x="4338986" y="2400500"/>
                    <a:pt x="4312594" y="2362996"/>
                  </a:cubicBezTo>
                  <a:cubicBezTo>
                    <a:pt x="4286202" y="2325491"/>
                    <a:pt x="4252071" y="2302175"/>
                    <a:pt x="4210200" y="2293046"/>
                  </a:cubicBezTo>
                  <a:cubicBezTo>
                    <a:pt x="4168330" y="2283918"/>
                    <a:pt x="4088260" y="2279354"/>
                    <a:pt x="3969992" y="2279354"/>
                  </a:cubicBezTo>
                  <a:close/>
                  <a:moveTo>
                    <a:pt x="3244455" y="2279354"/>
                  </a:moveTo>
                  <a:lnTo>
                    <a:pt x="3116611" y="3243165"/>
                  </a:lnTo>
                  <a:lnTo>
                    <a:pt x="3375721" y="3243165"/>
                  </a:lnTo>
                  <a:lnTo>
                    <a:pt x="3390790" y="3069929"/>
                  </a:lnTo>
                  <a:lnTo>
                    <a:pt x="3480440" y="3069929"/>
                  </a:lnTo>
                  <a:lnTo>
                    <a:pt x="3493891" y="3243165"/>
                  </a:lnTo>
                  <a:lnTo>
                    <a:pt x="3750024" y="3243165"/>
                  </a:lnTo>
                  <a:lnTo>
                    <a:pt x="3606702" y="2279354"/>
                  </a:lnTo>
                  <a:close/>
                  <a:moveTo>
                    <a:pt x="2042965" y="2279354"/>
                  </a:moveTo>
                  <a:cubicBezTo>
                    <a:pt x="1982640" y="2357216"/>
                    <a:pt x="1894336" y="2408661"/>
                    <a:pt x="1778051" y="2433689"/>
                  </a:cubicBezTo>
                  <a:lnTo>
                    <a:pt x="1778051" y="2546054"/>
                  </a:lnTo>
                  <a:lnTo>
                    <a:pt x="1801864" y="2546054"/>
                  </a:lnTo>
                  <a:cubicBezTo>
                    <a:pt x="1857426" y="2546054"/>
                    <a:pt x="1893244" y="2549924"/>
                    <a:pt x="1909318" y="2557663"/>
                  </a:cubicBezTo>
                  <a:cubicBezTo>
                    <a:pt x="1925391" y="2565402"/>
                    <a:pt x="1935214" y="2576812"/>
                    <a:pt x="1938786" y="2591893"/>
                  </a:cubicBezTo>
                  <a:cubicBezTo>
                    <a:pt x="1942357" y="2606975"/>
                    <a:pt x="1944143" y="2651821"/>
                    <a:pt x="1944143" y="2726434"/>
                  </a:cubicBezTo>
                  <a:lnTo>
                    <a:pt x="1944143" y="3243165"/>
                  </a:lnTo>
                  <a:lnTo>
                    <a:pt x="2184649" y="3243165"/>
                  </a:lnTo>
                  <a:lnTo>
                    <a:pt x="2184649" y="2279354"/>
                  </a:lnTo>
                  <a:close/>
                  <a:moveTo>
                    <a:pt x="1180655" y="2279354"/>
                  </a:moveTo>
                  <a:lnTo>
                    <a:pt x="1271738" y="2705598"/>
                  </a:lnTo>
                  <a:lnTo>
                    <a:pt x="1180655" y="3243165"/>
                  </a:lnTo>
                  <a:lnTo>
                    <a:pt x="1424733" y="3243165"/>
                  </a:lnTo>
                  <a:lnTo>
                    <a:pt x="1448313" y="3086012"/>
                  </a:lnTo>
                  <a:cubicBezTo>
                    <a:pt x="1459630" y="3017781"/>
                    <a:pt x="1468439" y="2953087"/>
                    <a:pt x="1474739" y="2891931"/>
                  </a:cubicBezTo>
                  <a:cubicBezTo>
                    <a:pt x="1497789" y="3029994"/>
                    <a:pt x="1523189" y="3147072"/>
                    <a:pt x="1550939" y="3243165"/>
                  </a:cubicBezTo>
                  <a:lnTo>
                    <a:pt x="1783111" y="3243165"/>
                  </a:lnTo>
                  <a:lnTo>
                    <a:pt x="1650357" y="2705598"/>
                  </a:lnTo>
                  <a:lnTo>
                    <a:pt x="1738463" y="2279354"/>
                  </a:lnTo>
                  <a:lnTo>
                    <a:pt x="1528318" y="2279354"/>
                  </a:lnTo>
                  <a:lnTo>
                    <a:pt x="1474739" y="2542482"/>
                  </a:lnTo>
                  <a:cubicBezTo>
                    <a:pt x="1468129" y="2502727"/>
                    <a:pt x="1459571" y="2459253"/>
                    <a:pt x="1449066" y="2412063"/>
                  </a:cubicBezTo>
                  <a:cubicBezTo>
                    <a:pt x="1436069" y="2350131"/>
                    <a:pt x="1427362" y="2305895"/>
                    <a:pt x="1422947" y="2279354"/>
                  </a:cubicBezTo>
                  <a:close/>
                  <a:moveTo>
                    <a:pt x="5408862" y="2259114"/>
                  </a:moveTo>
                  <a:cubicBezTo>
                    <a:pt x="5354490" y="2259114"/>
                    <a:pt x="5306865" y="2268043"/>
                    <a:pt x="5265987" y="2285903"/>
                  </a:cubicBezTo>
                  <a:cubicBezTo>
                    <a:pt x="5225109" y="2303762"/>
                    <a:pt x="5192664" y="2329361"/>
                    <a:pt x="5168653" y="2362698"/>
                  </a:cubicBezTo>
                  <a:cubicBezTo>
                    <a:pt x="5144642" y="2396036"/>
                    <a:pt x="5130355" y="2432846"/>
                    <a:pt x="5125791" y="2473128"/>
                  </a:cubicBezTo>
                  <a:cubicBezTo>
                    <a:pt x="5121227" y="2513411"/>
                    <a:pt x="5118945" y="2581971"/>
                    <a:pt x="5118945" y="2678809"/>
                  </a:cubicBezTo>
                  <a:lnTo>
                    <a:pt x="5118945" y="2843710"/>
                  </a:lnTo>
                  <a:cubicBezTo>
                    <a:pt x="5118945" y="2942929"/>
                    <a:pt x="5121326" y="3012382"/>
                    <a:pt x="5126088" y="3052070"/>
                  </a:cubicBezTo>
                  <a:cubicBezTo>
                    <a:pt x="5130851" y="3091758"/>
                    <a:pt x="5145734" y="3128468"/>
                    <a:pt x="5170737" y="3162203"/>
                  </a:cubicBezTo>
                  <a:cubicBezTo>
                    <a:pt x="5195740" y="3195937"/>
                    <a:pt x="5228780" y="3221238"/>
                    <a:pt x="5269856" y="3238105"/>
                  </a:cubicBezTo>
                  <a:cubicBezTo>
                    <a:pt x="5310933" y="3254972"/>
                    <a:pt x="5357268" y="3263406"/>
                    <a:pt x="5408862" y="3263406"/>
                  </a:cubicBezTo>
                  <a:cubicBezTo>
                    <a:pt x="5463234" y="3263406"/>
                    <a:pt x="5510859" y="3254476"/>
                    <a:pt x="5551737" y="3236617"/>
                  </a:cubicBezTo>
                  <a:cubicBezTo>
                    <a:pt x="5592615" y="3218757"/>
                    <a:pt x="5625060" y="3193159"/>
                    <a:pt x="5649071" y="3159821"/>
                  </a:cubicBezTo>
                  <a:cubicBezTo>
                    <a:pt x="5673082" y="3126484"/>
                    <a:pt x="5687369" y="3089674"/>
                    <a:pt x="5691933" y="3049391"/>
                  </a:cubicBezTo>
                  <a:cubicBezTo>
                    <a:pt x="5696497" y="3009108"/>
                    <a:pt x="5698779" y="2940548"/>
                    <a:pt x="5698779" y="2843710"/>
                  </a:cubicBezTo>
                  <a:lnTo>
                    <a:pt x="5698779" y="2678809"/>
                  </a:lnTo>
                  <a:cubicBezTo>
                    <a:pt x="5698779" y="2579590"/>
                    <a:pt x="5696398" y="2510137"/>
                    <a:pt x="5691635" y="2470450"/>
                  </a:cubicBezTo>
                  <a:cubicBezTo>
                    <a:pt x="5686873" y="2430762"/>
                    <a:pt x="5671990" y="2394051"/>
                    <a:pt x="5646987" y="2360317"/>
                  </a:cubicBezTo>
                  <a:cubicBezTo>
                    <a:pt x="5621984" y="2326582"/>
                    <a:pt x="5588944" y="2301282"/>
                    <a:pt x="5547867" y="2284414"/>
                  </a:cubicBezTo>
                  <a:cubicBezTo>
                    <a:pt x="5506791" y="2267547"/>
                    <a:pt x="5460456" y="2259114"/>
                    <a:pt x="5408862" y="2259114"/>
                  </a:cubicBezTo>
                  <a:close/>
                  <a:moveTo>
                    <a:pt x="2782343" y="2259114"/>
                  </a:moveTo>
                  <a:cubicBezTo>
                    <a:pt x="2727971" y="2259114"/>
                    <a:pt x="2679850" y="2268341"/>
                    <a:pt x="2637980" y="2286796"/>
                  </a:cubicBezTo>
                  <a:cubicBezTo>
                    <a:pt x="2596110" y="2305250"/>
                    <a:pt x="2563368" y="2330551"/>
                    <a:pt x="2539753" y="2362698"/>
                  </a:cubicBezTo>
                  <a:cubicBezTo>
                    <a:pt x="2516139" y="2394845"/>
                    <a:pt x="2501951" y="2428282"/>
                    <a:pt x="2497188" y="2463008"/>
                  </a:cubicBezTo>
                  <a:cubicBezTo>
                    <a:pt x="2492426" y="2497735"/>
                    <a:pt x="2490045" y="2549825"/>
                    <a:pt x="2490045" y="2619278"/>
                  </a:cubicBezTo>
                  <a:lnTo>
                    <a:pt x="2490045" y="2900860"/>
                  </a:lnTo>
                  <a:cubicBezTo>
                    <a:pt x="2490045" y="2995317"/>
                    <a:pt x="2497784" y="3066060"/>
                    <a:pt x="2513262" y="3113089"/>
                  </a:cubicBezTo>
                  <a:cubicBezTo>
                    <a:pt x="2528740" y="3160119"/>
                    <a:pt x="2560292" y="3196929"/>
                    <a:pt x="2607917" y="3223520"/>
                  </a:cubicBezTo>
                  <a:cubicBezTo>
                    <a:pt x="2655542" y="3250111"/>
                    <a:pt x="2716065" y="3263406"/>
                    <a:pt x="2789487" y="3263406"/>
                  </a:cubicBezTo>
                  <a:cubicBezTo>
                    <a:pt x="2860131" y="3263406"/>
                    <a:pt x="2919563" y="3247706"/>
                    <a:pt x="2967784" y="3216306"/>
                  </a:cubicBezTo>
                  <a:cubicBezTo>
                    <a:pt x="3016003" y="3184907"/>
                    <a:pt x="3047158" y="3148340"/>
                    <a:pt x="3061247" y="3106606"/>
                  </a:cubicBezTo>
                  <a:cubicBezTo>
                    <a:pt x="3075336" y="3064872"/>
                    <a:pt x="3082381" y="2994126"/>
                    <a:pt x="3082381" y="2894368"/>
                  </a:cubicBezTo>
                  <a:lnTo>
                    <a:pt x="3082381" y="2856808"/>
                  </a:lnTo>
                  <a:lnTo>
                    <a:pt x="2831754" y="2856808"/>
                  </a:lnTo>
                  <a:lnTo>
                    <a:pt x="2831754" y="2977953"/>
                  </a:lnTo>
                  <a:cubicBezTo>
                    <a:pt x="2831754" y="3030868"/>
                    <a:pt x="2828877" y="3064486"/>
                    <a:pt x="2823122" y="3078808"/>
                  </a:cubicBezTo>
                  <a:cubicBezTo>
                    <a:pt x="2817367" y="3093129"/>
                    <a:pt x="2805164" y="3100290"/>
                    <a:pt x="2786510" y="3100290"/>
                  </a:cubicBezTo>
                  <a:cubicBezTo>
                    <a:pt x="2767063" y="3100290"/>
                    <a:pt x="2754562" y="3093146"/>
                    <a:pt x="2749006" y="3078859"/>
                  </a:cubicBezTo>
                  <a:cubicBezTo>
                    <a:pt x="2743449" y="3064572"/>
                    <a:pt x="2740671" y="3034012"/>
                    <a:pt x="2740671" y="2987181"/>
                  </a:cubicBezTo>
                  <a:lnTo>
                    <a:pt x="2740671" y="2539506"/>
                  </a:lnTo>
                  <a:cubicBezTo>
                    <a:pt x="2740671" y="2490690"/>
                    <a:pt x="2743449" y="2458940"/>
                    <a:pt x="2749006" y="2444256"/>
                  </a:cubicBezTo>
                  <a:cubicBezTo>
                    <a:pt x="2754562" y="2429571"/>
                    <a:pt x="2767659" y="2422229"/>
                    <a:pt x="2788296" y="2422229"/>
                  </a:cubicBezTo>
                  <a:cubicBezTo>
                    <a:pt x="2806553" y="2422229"/>
                    <a:pt x="2818360" y="2428269"/>
                    <a:pt x="2823718" y="2440349"/>
                  </a:cubicBezTo>
                  <a:cubicBezTo>
                    <a:pt x="2829075" y="2452429"/>
                    <a:pt x="2831754" y="2482824"/>
                    <a:pt x="2831754" y="2531534"/>
                  </a:cubicBezTo>
                  <a:lnTo>
                    <a:pt x="2831754" y="2699050"/>
                  </a:lnTo>
                  <a:lnTo>
                    <a:pt x="3082381" y="2699050"/>
                  </a:lnTo>
                  <a:lnTo>
                    <a:pt x="3082381" y="2607492"/>
                  </a:lnTo>
                  <a:cubicBezTo>
                    <a:pt x="3082381" y="2517526"/>
                    <a:pt x="3074840" y="2451240"/>
                    <a:pt x="3059759" y="2408635"/>
                  </a:cubicBezTo>
                  <a:cubicBezTo>
                    <a:pt x="3044678" y="2366030"/>
                    <a:pt x="3013126" y="2330458"/>
                    <a:pt x="2965104" y="2301920"/>
                  </a:cubicBezTo>
                  <a:cubicBezTo>
                    <a:pt x="2917082" y="2273383"/>
                    <a:pt x="2856162" y="2259114"/>
                    <a:pt x="2782343" y="2259114"/>
                  </a:cubicBezTo>
                  <a:close/>
                  <a:moveTo>
                    <a:pt x="4876652" y="1400673"/>
                  </a:moveTo>
                  <a:lnTo>
                    <a:pt x="4876652" y="1563193"/>
                  </a:lnTo>
                  <a:cubicBezTo>
                    <a:pt x="4876652" y="1602881"/>
                    <a:pt x="4874370" y="1627388"/>
                    <a:pt x="4869806" y="1636715"/>
                  </a:cubicBezTo>
                  <a:cubicBezTo>
                    <a:pt x="4865242" y="1646041"/>
                    <a:pt x="4855420" y="1650704"/>
                    <a:pt x="4840338" y="1650704"/>
                  </a:cubicBezTo>
                  <a:cubicBezTo>
                    <a:pt x="4824464" y="1650704"/>
                    <a:pt x="4813847" y="1644751"/>
                    <a:pt x="4808489" y="1632845"/>
                  </a:cubicBezTo>
                  <a:cubicBezTo>
                    <a:pt x="4803131" y="1620939"/>
                    <a:pt x="4800452" y="1594546"/>
                    <a:pt x="4800452" y="1553668"/>
                  </a:cubicBezTo>
                  <a:cubicBezTo>
                    <a:pt x="4800452" y="1517950"/>
                    <a:pt x="4803528" y="1490565"/>
                    <a:pt x="4809680" y="1471515"/>
                  </a:cubicBezTo>
                  <a:cubicBezTo>
                    <a:pt x="4815831" y="1452465"/>
                    <a:pt x="4838156" y="1428851"/>
                    <a:pt x="4876652" y="1400673"/>
                  </a:cubicBezTo>
                  <a:close/>
                  <a:moveTo>
                    <a:pt x="5474346" y="1111946"/>
                  </a:moveTo>
                  <a:cubicBezTo>
                    <a:pt x="5489031" y="1111946"/>
                    <a:pt x="5498853" y="1116908"/>
                    <a:pt x="5503814" y="1126829"/>
                  </a:cubicBezTo>
                  <a:cubicBezTo>
                    <a:pt x="5508775" y="1136751"/>
                    <a:pt x="5511256" y="1156198"/>
                    <a:pt x="5511256" y="1185170"/>
                  </a:cubicBezTo>
                  <a:lnTo>
                    <a:pt x="5511256" y="1550692"/>
                  </a:lnTo>
                  <a:cubicBezTo>
                    <a:pt x="5511256" y="1594745"/>
                    <a:pt x="5508676" y="1622427"/>
                    <a:pt x="5503517" y="1633738"/>
                  </a:cubicBezTo>
                  <a:cubicBezTo>
                    <a:pt x="5498357" y="1645049"/>
                    <a:pt x="5488039" y="1650704"/>
                    <a:pt x="5472560" y="1650704"/>
                  </a:cubicBezTo>
                  <a:cubicBezTo>
                    <a:pt x="5459067" y="1650704"/>
                    <a:pt x="5449939" y="1645644"/>
                    <a:pt x="5445176" y="1635524"/>
                  </a:cubicBezTo>
                  <a:cubicBezTo>
                    <a:pt x="5440414" y="1625403"/>
                    <a:pt x="5438032" y="1604270"/>
                    <a:pt x="5438032" y="1572123"/>
                  </a:cubicBezTo>
                  <a:lnTo>
                    <a:pt x="5438032" y="1185170"/>
                  </a:lnTo>
                  <a:cubicBezTo>
                    <a:pt x="5438032" y="1154214"/>
                    <a:pt x="5440513" y="1134271"/>
                    <a:pt x="5445474" y="1125341"/>
                  </a:cubicBezTo>
                  <a:cubicBezTo>
                    <a:pt x="5450435" y="1116411"/>
                    <a:pt x="5460059" y="1111946"/>
                    <a:pt x="5474346" y="1111946"/>
                  </a:cubicBezTo>
                  <a:close/>
                  <a:moveTo>
                    <a:pt x="2423370" y="986336"/>
                  </a:moveTo>
                  <a:lnTo>
                    <a:pt x="2423370" y="1776315"/>
                  </a:lnTo>
                  <a:lnTo>
                    <a:pt x="2671020" y="1776315"/>
                  </a:lnTo>
                  <a:lnTo>
                    <a:pt x="2671020" y="986336"/>
                  </a:lnTo>
                  <a:close/>
                  <a:moveTo>
                    <a:pt x="4233715" y="977406"/>
                  </a:moveTo>
                  <a:cubicBezTo>
                    <a:pt x="4266259" y="977406"/>
                    <a:pt x="4287690" y="982367"/>
                    <a:pt x="4298009" y="992289"/>
                  </a:cubicBezTo>
                  <a:cubicBezTo>
                    <a:pt x="4308328" y="1002211"/>
                    <a:pt x="4313487" y="1023642"/>
                    <a:pt x="4313487" y="1056583"/>
                  </a:cubicBezTo>
                  <a:lnTo>
                    <a:pt x="4313487" y="1135759"/>
                  </a:lnTo>
                  <a:cubicBezTo>
                    <a:pt x="4313487" y="1171478"/>
                    <a:pt x="4309022" y="1194993"/>
                    <a:pt x="4300092" y="1206304"/>
                  </a:cubicBezTo>
                  <a:cubicBezTo>
                    <a:pt x="4291163" y="1217615"/>
                    <a:pt x="4275188" y="1223270"/>
                    <a:pt x="4252170" y="1223270"/>
                  </a:cubicBezTo>
                  <a:cubicBezTo>
                    <a:pt x="4247010" y="1223270"/>
                    <a:pt x="4240859" y="1223072"/>
                    <a:pt x="4233715" y="1222675"/>
                  </a:cubicBezTo>
                  <a:close/>
                  <a:moveTo>
                    <a:pt x="4846292" y="972048"/>
                  </a:moveTo>
                  <a:cubicBezTo>
                    <a:pt x="4778426" y="972048"/>
                    <a:pt x="4723260" y="984748"/>
                    <a:pt x="4680795" y="1010148"/>
                  </a:cubicBezTo>
                  <a:cubicBezTo>
                    <a:pt x="4638329" y="1035548"/>
                    <a:pt x="4610052" y="1064818"/>
                    <a:pt x="4595963" y="1097957"/>
                  </a:cubicBezTo>
                  <a:cubicBezTo>
                    <a:pt x="4581874" y="1131096"/>
                    <a:pt x="4574829" y="1178225"/>
                    <a:pt x="4574829" y="1239343"/>
                  </a:cubicBezTo>
                  <a:lnTo>
                    <a:pt x="4574829" y="1292326"/>
                  </a:lnTo>
                  <a:lnTo>
                    <a:pt x="4800452" y="1292326"/>
                  </a:lnTo>
                  <a:lnTo>
                    <a:pt x="4800452" y="1209578"/>
                  </a:lnTo>
                  <a:cubicBezTo>
                    <a:pt x="4800452" y="1165525"/>
                    <a:pt x="4802437" y="1138239"/>
                    <a:pt x="4806406" y="1127722"/>
                  </a:cubicBezTo>
                  <a:cubicBezTo>
                    <a:pt x="4810374" y="1117205"/>
                    <a:pt x="4820495" y="1111946"/>
                    <a:pt x="4836767" y="1111946"/>
                  </a:cubicBezTo>
                  <a:cubicBezTo>
                    <a:pt x="4851054" y="1111946"/>
                    <a:pt x="4861273" y="1118197"/>
                    <a:pt x="4867425" y="1130699"/>
                  </a:cubicBezTo>
                  <a:cubicBezTo>
                    <a:pt x="4873577" y="1143200"/>
                    <a:pt x="4876652" y="1170089"/>
                    <a:pt x="4876652" y="1211364"/>
                  </a:cubicBezTo>
                  <a:cubicBezTo>
                    <a:pt x="4876652" y="1244304"/>
                    <a:pt x="4873874" y="1266133"/>
                    <a:pt x="4868318" y="1276848"/>
                  </a:cubicBezTo>
                  <a:cubicBezTo>
                    <a:pt x="4862762" y="1287564"/>
                    <a:pt x="4820495" y="1308400"/>
                    <a:pt x="4741517" y="1339356"/>
                  </a:cubicBezTo>
                  <a:cubicBezTo>
                    <a:pt x="4667698" y="1367931"/>
                    <a:pt x="4621462" y="1392934"/>
                    <a:pt x="4602809" y="1414365"/>
                  </a:cubicBezTo>
                  <a:cubicBezTo>
                    <a:pt x="4584156" y="1435797"/>
                    <a:pt x="4574829" y="1476079"/>
                    <a:pt x="4574829" y="1535214"/>
                  </a:cubicBezTo>
                  <a:lnTo>
                    <a:pt x="4574829" y="1600103"/>
                  </a:lnTo>
                  <a:cubicBezTo>
                    <a:pt x="4574829" y="1679875"/>
                    <a:pt x="4592391" y="1731568"/>
                    <a:pt x="4627514" y="1755182"/>
                  </a:cubicBezTo>
                  <a:cubicBezTo>
                    <a:pt x="4662638" y="1778796"/>
                    <a:pt x="4701234" y="1790603"/>
                    <a:pt x="4743302" y="1790603"/>
                  </a:cubicBezTo>
                  <a:cubicBezTo>
                    <a:pt x="4775449" y="1790603"/>
                    <a:pt x="4803131" y="1783546"/>
                    <a:pt x="4826349" y="1769432"/>
                  </a:cubicBezTo>
                  <a:cubicBezTo>
                    <a:pt x="4849566" y="1755318"/>
                    <a:pt x="4868517" y="1734147"/>
                    <a:pt x="4883201" y="1705919"/>
                  </a:cubicBezTo>
                  <a:lnTo>
                    <a:pt x="4883201" y="1776315"/>
                  </a:lnTo>
                  <a:lnTo>
                    <a:pt x="5117159" y="1776315"/>
                  </a:lnTo>
                  <a:lnTo>
                    <a:pt x="5117159" y="1379837"/>
                  </a:lnTo>
                  <a:cubicBezTo>
                    <a:pt x="5117159" y="1249265"/>
                    <a:pt x="5112992" y="1163044"/>
                    <a:pt x="5104657" y="1121174"/>
                  </a:cubicBezTo>
                  <a:cubicBezTo>
                    <a:pt x="5096323" y="1079303"/>
                    <a:pt x="5071518" y="1043982"/>
                    <a:pt x="5030243" y="1015208"/>
                  </a:cubicBezTo>
                  <a:cubicBezTo>
                    <a:pt x="4988968" y="986435"/>
                    <a:pt x="4927651" y="972048"/>
                    <a:pt x="4846292" y="972048"/>
                  </a:cubicBezTo>
                  <a:close/>
                  <a:moveTo>
                    <a:pt x="3148460" y="972048"/>
                  </a:moveTo>
                  <a:cubicBezTo>
                    <a:pt x="3115520" y="972048"/>
                    <a:pt x="3086449" y="979304"/>
                    <a:pt x="3061247" y="993814"/>
                  </a:cubicBezTo>
                  <a:cubicBezTo>
                    <a:pt x="3036046" y="1008325"/>
                    <a:pt x="3014713" y="1030091"/>
                    <a:pt x="2997251" y="1059112"/>
                  </a:cubicBezTo>
                  <a:lnTo>
                    <a:pt x="3001418" y="986336"/>
                  </a:lnTo>
                  <a:lnTo>
                    <a:pt x="2756745" y="986336"/>
                  </a:lnTo>
                  <a:lnTo>
                    <a:pt x="2756745" y="1776315"/>
                  </a:lnTo>
                  <a:lnTo>
                    <a:pt x="2997251" y="1776315"/>
                  </a:lnTo>
                  <a:lnTo>
                    <a:pt x="2997251" y="1242320"/>
                  </a:lnTo>
                  <a:cubicBezTo>
                    <a:pt x="2997251" y="1182789"/>
                    <a:pt x="2999434" y="1146177"/>
                    <a:pt x="3003799" y="1132485"/>
                  </a:cubicBezTo>
                  <a:cubicBezTo>
                    <a:pt x="3008165" y="1118792"/>
                    <a:pt x="3018881" y="1111946"/>
                    <a:pt x="3035946" y="1111946"/>
                  </a:cubicBezTo>
                  <a:cubicBezTo>
                    <a:pt x="3052218" y="1111946"/>
                    <a:pt x="3062140" y="1117900"/>
                    <a:pt x="3065712" y="1129806"/>
                  </a:cubicBezTo>
                  <a:cubicBezTo>
                    <a:pt x="3069284" y="1141712"/>
                    <a:pt x="3071070" y="1174851"/>
                    <a:pt x="3071070" y="1229223"/>
                  </a:cubicBezTo>
                  <a:lnTo>
                    <a:pt x="3071070" y="1776315"/>
                  </a:lnTo>
                  <a:lnTo>
                    <a:pt x="3311576" y="1776315"/>
                  </a:lnTo>
                  <a:lnTo>
                    <a:pt x="3311576" y="1222675"/>
                  </a:lnTo>
                  <a:cubicBezTo>
                    <a:pt x="3311576" y="1153618"/>
                    <a:pt x="3307806" y="1104307"/>
                    <a:pt x="3300265" y="1074740"/>
                  </a:cubicBezTo>
                  <a:cubicBezTo>
                    <a:pt x="3292724" y="1045172"/>
                    <a:pt x="3275857" y="1020665"/>
                    <a:pt x="3249664" y="1001219"/>
                  </a:cubicBezTo>
                  <a:cubicBezTo>
                    <a:pt x="3223470" y="981772"/>
                    <a:pt x="3189735" y="972048"/>
                    <a:pt x="3148460" y="972048"/>
                  </a:cubicBezTo>
                  <a:close/>
                  <a:moveTo>
                    <a:pt x="5511256" y="812504"/>
                  </a:moveTo>
                  <a:lnTo>
                    <a:pt x="5511256" y="1036491"/>
                  </a:lnTo>
                  <a:cubicBezTo>
                    <a:pt x="5491015" y="1015010"/>
                    <a:pt x="5468492" y="998899"/>
                    <a:pt x="5443688" y="988159"/>
                  </a:cubicBezTo>
                  <a:cubicBezTo>
                    <a:pt x="5418883" y="977418"/>
                    <a:pt x="5391598" y="972048"/>
                    <a:pt x="5361832" y="972048"/>
                  </a:cubicBezTo>
                  <a:cubicBezTo>
                    <a:pt x="5323336" y="972048"/>
                    <a:pt x="5290196" y="981672"/>
                    <a:pt x="5262415" y="1000921"/>
                  </a:cubicBezTo>
                  <a:cubicBezTo>
                    <a:pt x="5234634" y="1020169"/>
                    <a:pt x="5216874" y="1042493"/>
                    <a:pt x="5209135" y="1067893"/>
                  </a:cubicBezTo>
                  <a:cubicBezTo>
                    <a:pt x="5201395" y="1093293"/>
                    <a:pt x="5197526" y="1136354"/>
                    <a:pt x="5197526" y="1197076"/>
                  </a:cubicBezTo>
                  <a:lnTo>
                    <a:pt x="5197526" y="1566765"/>
                  </a:lnTo>
                  <a:cubicBezTo>
                    <a:pt x="5197526" y="1625106"/>
                    <a:pt x="5201395" y="1667175"/>
                    <a:pt x="5209135" y="1692972"/>
                  </a:cubicBezTo>
                  <a:cubicBezTo>
                    <a:pt x="5216874" y="1718768"/>
                    <a:pt x="5234435" y="1741490"/>
                    <a:pt x="5261820" y="1761135"/>
                  </a:cubicBezTo>
                  <a:cubicBezTo>
                    <a:pt x="5289204" y="1780780"/>
                    <a:pt x="5321550" y="1790603"/>
                    <a:pt x="5358856" y="1790603"/>
                  </a:cubicBezTo>
                  <a:cubicBezTo>
                    <a:pt x="5386637" y="1790603"/>
                    <a:pt x="5413228" y="1784637"/>
                    <a:pt x="5438628" y="1772706"/>
                  </a:cubicBezTo>
                  <a:cubicBezTo>
                    <a:pt x="5464028" y="1760775"/>
                    <a:pt x="5488237" y="1742879"/>
                    <a:pt x="5511256" y="1719017"/>
                  </a:cubicBezTo>
                  <a:lnTo>
                    <a:pt x="5511256" y="1776315"/>
                  </a:lnTo>
                  <a:lnTo>
                    <a:pt x="5751762" y="1776315"/>
                  </a:lnTo>
                  <a:lnTo>
                    <a:pt x="5751762" y="812504"/>
                  </a:lnTo>
                  <a:close/>
                  <a:moveTo>
                    <a:pt x="3983089" y="812504"/>
                  </a:moveTo>
                  <a:lnTo>
                    <a:pt x="3983089" y="1776315"/>
                  </a:lnTo>
                  <a:lnTo>
                    <a:pt x="4233715" y="1776315"/>
                  </a:lnTo>
                  <a:lnTo>
                    <a:pt x="4233715" y="1388172"/>
                  </a:lnTo>
                  <a:lnTo>
                    <a:pt x="4300985" y="1388172"/>
                  </a:lnTo>
                  <a:cubicBezTo>
                    <a:pt x="4355754" y="1388172"/>
                    <a:pt x="4400105" y="1380631"/>
                    <a:pt x="4434038" y="1365550"/>
                  </a:cubicBezTo>
                  <a:cubicBezTo>
                    <a:pt x="4467970" y="1350468"/>
                    <a:pt x="4491287" y="1328839"/>
                    <a:pt x="4503987" y="1300661"/>
                  </a:cubicBezTo>
                  <a:cubicBezTo>
                    <a:pt x="4516687" y="1272483"/>
                    <a:pt x="4523037" y="1227636"/>
                    <a:pt x="4523037" y="1166120"/>
                  </a:cubicBezTo>
                  <a:lnTo>
                    <a:pt x="4523037" y="1082181"/>
                  </a:lnTo>
                  <a:cubicBezTo>
                    <a:pt x="4523037" y="1021856"/>
                    <a:pt x="4519763" y="977307"/>
                    <a:pt x="4513214" y="948533"/>
                  </a:cubicBezTo>
                  <a:cubicBezTo>
                    <a:pt x="4506666" y="919760"/>
                    <a:pt x="4494164" y="895253"/>
                    <a:pt x="4475710" y="875012"/>
                  </a:cubicBezTo>
                  <a:cubicBezTo>
                    <a:pt x="4457255" y="854772"/>
                    <a:pt x="4429672" y="839294"/>
                    <a:pt x="4392961" y="828578"/>
                  </a:cubicBezTo>
                  <a:cubicBezTo>
                    <a:pt x="4356250" y="817862"/>
                    <a:pt x="4303763" y="812504"/>
                    <a:pt x="4235501" y="812504"/>
                  </a:cubicBezTo>
                  <a:close/>
                  <a:moveTo>
                    <a:pt x="3394920" y="812504"/>
                  </a:moveTo>
                  <a:lnTo>
                    <a:pt x="3394920" y="1776315"/>
                  </a:lnTo>
                  <a:lnTo>
                    <a:pt x="3635426" y="1776315"/>
                  </a:lnTo>
                  <a:lnTo>
                    <a:pt x="3635724" y="1432011"/>
                  </a:lnTo>
                  <a:lnTo>
                    <a:pt x="3710733" y="1776315"/>
                  </a:lnTo>
                  <a:lnTo>
                    <a:pt x="3942012" y="1776315"/>
                  </a:lnTo>
                  <a:lnTo>
                    <a:pt x="3815211" y="1300958"/>
                  </a:lnTo>
                  <a:lnTo>
                    <a:pt x="3912842" y="986336"/>
                  </a:lnTo>
                  <a:lnTo>
                    <a:pt x="3710733" y="986336"/>
                  </a:lnTo>
                  <a:lnTo>
                    <a:pt x="3635724" y="1217103"/>
                  </a:lnTo>
                  <a:lnTo>
                    <a:pt x="3635426" y="812504"/>
                  </a:lnTo>
                  <a:close/>
                  <a:moveTo>
                    <a:pt x="2423370" y="812504"/>
                  </a:moveTo>
                  <a:lnTo>
                    <a:pt x="2423370" y="938115"/>
                  </a:lnTo>
                  <a:lnTo>
                    <a:pt x="2671020" y="938115"/>
                  </a:lnTo>
                  <a:lnTo>
                    <a:pt x="2671020" y="812504"/>
                  </a:lnTo>
                  <a:close/>
                  <a:moveTo>
                    <a:pt x="1785195" y="812504"/>
                  </a:moveTo>
                  <a:lnTo>
                    <a:pt x="1785195" y="1776315"/>
                  </a:lnTo>
                  <a:lnTo>
                    <a:pt x="2025701" y="1776315"/>
                  </a:lnTo>
                  <a:lnTo>
                    <a:pt x="2025701" y="1212554"/>
                  </a:lnTo>
                  <a:cubicBezTo>
                    <a:pt x="2025701" y="1172470"/>
                    <a:pt x="2028281" y="1145681"/>
                    <a:pt x="2033440" y="1132187"/>
                  </a:cubicBezTo>
                  <a:cubicBezTo>
                    <a:pt x="2038600" y="1118693"/>
                    <a:pt x="2048522" y="1111946"/>
                    <a:pt x="2063206" y="1111946"/>
                  </a:cubicBezTo>
                  <a:cubicBezTo>
                    <a:pt x="2079081" y="1111946"/>
                    <a:pt x="2089300" y="1118495"/>
                    <a:pt x="2093865" y="1131592"/>
                  </a:cubicBezTo>
                  <a:cubicBezTo>
                    <a:pt x="2098428" y="1144689"/>
                    <a:pt x="2100711" y="1174256"/>
                    <a:pt x="2100711" y="1220293"/>
                  </a:cubicBezTo>
                  <a:lnTo>
                    <a:pt x="2100711" y="1776315"/>
                  </a:lnTo>
                  <a:lnTo>
                    <a:pt x="2341217" y="1776315"/>
                  </a:lnTo>
                  <a:lnTo>
                    <a:pt x="2341217" y="1231604"/>
                  </a:lnTo>
                  <a:cubicBezTo>
                    <a:pt x="2341217" y="1157389"/>
                    <a:pt x="2337943" y="1106291"/>
                    <a:pt x="2331394" y="1078311"/>
                  </a:cubicBezTo>
                  <a:cubicBezTo>
                    <a:pt x="2324846" y="1050332"/>
                    <a:pt x="2306788" y="1025626"/>
                    <a:pt x="2277220" y="1004195"/>
                  </a:cubicBezTo>
                  <a:cubicBezTo>
                    <a:pt x="2247653" y="982764"/>
                    <a:pt x="2211835" y="972048"/>
                    <a:pt x="2169767" y="972048"/>
                  </a:cubicBezTo>
                  <a:cubicBezTo>
                    <a:pt x="2142382" y="972048"/>
                    <a:pt x="2116685" y="976823"/>
                    <a:pt x="2092674" y="986373"/>
                  </a:cubicBezTo>
                  <a:cubicBezTo>
                    <a:pt x="2068663" y="995923"/>
                    <a:pt x="2046339" y="1010247"/>
                    <a:pt x="2025701" y="1029347"/>
                  </a:cubicBezTo>
                  <a:lnTo>
                    <a:pt x="2025701" y="812504"/>
                  </a:lnTo>
                  <a:close/>
                  <a:moveTo>
                    <a:pt x="1187501" y="812504"/>
                  </a:moveTo>
                  <a:lnTo>
                    <a:pt x="1187501" y="1005386"/>
                  </a:lnTo>
                  <a:lnTo>
                    <a:pt x="1335734" y="1005386"/>
                  </a:lnTo>
                  <a:lnTo>
                    <a:pt x="1335734" y="1776315"/>
                  </a:lnTo>
                  <a:lnTo>
                    <a:pt x="1586361" y="1776315"/>
                  </a:lnTo>
                  <a:lnTo>
                    <a:pt x="1586361" y="1005386"/>
                  </a:lnTo>
                  <a:lnTo>
                    <a:pt x="1735189" y="1005386"/>
                  </a:lnTo>
                  <a:lnTo>
                    <a:pt x="1735189" y="812504"/>
                  </a:lnTo>
                  <a:close/>
                  <a:moveTo>
                    <a:pt x="0" y="0"/>
                  </a:moveTo>
                  <a:lnTo>
                    <a:pt x="8048992" y="0"/>
                  </a:lnTo>
                  <a:lnTo>
                    <a:pt x="80489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sz="8000" dirty="0"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3C76DB-58D3-7F6F-F054-DB9A45168404}"/>
                </a:ext>
              </a:extLst>
            </p:cNvPr>
            <p:cNvSpPr/>
            <p:nvPr/>
          </p:nvSpPr>
          <p:spPr>
            <a:xfrm>
              <a:off x="5153891" y="5015345"/>
              <a:ext cx="2770909" cy="1634837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Lenovo ThinkPad X1 Carbon Gen 14 Aura Edition is </a:t>
              </a:r>
              <a:r>
                <a:rPr lang="en-GB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 ultra-premium, AI-driven 14-inch business laptop (starting under 1kg/2.2 lbs) designed for high mobility and performance</a:t>
              </a:r>
              <a:r>
                <a:rPr lang="en-GB" sz="10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 It features Intel Core Ultra (Series 2 or 3) processors, Copilot+ PC AI capabilities, and a 2.8K OLED display, focusing on user experience, advanced sustainability, and improved repairability</a:t>
              </a:r>
              <a:endParaRPr lang="pt-PT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 descr="A red sign with white letters&#10;&#10;AI-generated content may be incorrect.">
              <a:extLst>
                <a:ext uri="{FF2B5EF4-FFF2-40B4-BE49-F238E27FC236}">
                  <a16:creationId xmlns:a16="http://schemas.microsoft.com/office/drawing/2014/main" id="{E29D4996-D317-6AD9-A735-6C15C53D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8" y="6474352"/>
              <a:ext cx="1150045" cy="383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909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mputer with a colorful flower on the screen&#10;&#10;AI-generated content may be incorrect.">
            <a:extLst>
              <a:ext uri="{FF2B5EF4-FFF2-40B4-BE49-F238E27FC236}">
                <a16:creationId xmlns:a16="http://schemas.microsoft.com/office/drawing/2014/main" id="{AF2E4A92-DC00-2640-D96B-4FF3BB020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1" y="0"/>
            <a:ext cx="10460064" cy="819731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AFA497-DEEF-8695-AD8A-DA7BBA1A05D3}"/>
              </a:ext>
            </a:extLst>
          </p:cNvPr>
          <p:cNvGrpSpPr/>
          <p:nvPr/>
        </p:nvGrpSpPr>
        <p:grpSpPr>
          <a:xfrm>
            <a:off x="0" y="0"/>
            <a:ext cx="8048992" cy="6858000"/>
            <a:chOff x="6868" y="0"/>
            <a:chExt cx="8048992" cy="6858000"/>
          </a:xfrm>
        </p:grpSpPr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11F9DF4C-50A0-6938-A869-CDEA7C99A04A}"/>
                </a:ext>
              </a:extLst>
            </p:cNvPr>
            <p:cNvSpPr/>
            <p:nvPr/>
          </p:nvSpPr>
          <p:spPr>
            <a:xfrm>
              <a:off x="6868" y="0"/>
              <a:ext cx="8048992" cy="6858000"/>
            </a:xfrm>
            <a:custGeom>
              <a:avLst/>
              <a:gdLst/>
              <a:ahLst/>
              <a:cxnLst/>
              <a:rect l="l" t="t" r="r" b="b"/>
              <a:pathLst>
                <a:path w="8048992" h="6858000">
                  <a:moveTo>
                    <a:pt x="6553052" y="4324848"/>
                  </a:moveTo>
                  <a:lnTo>
                    <a:pt x="6553052" y="4487368"/>
                  </a:lnTo>
                  <a:cubicBezTo>
                    <a:pt x="6553052" y="4527056"/>
                    <a:pt x="6550770" y="4551563"/>
                    <a:pt x="6546206" y="4560889"/>
                  </a:cubicBezTo>
                  <a:cubicBezTo>
                    <a:pt x="6541643" y="4570216"/>
                    <a:pt x="6531820" y="4574879"/>
                    <a:pt x="6516738" y="4574879"/>
                  </a:cubicBezTo>
                  <a:cubicBezTo>
                    <a:pt x="6500864" y="4574879"/>
                    <a:pt x="6490247" y="4568926"/>
                    <a:pt x="6484889" y="4557020"/>
                  </a:cubicBezTo>
                  <a:cubicBezTo>
                    <a:pt x="6479531" y="4545113"/>
                    <a:pt x="6476852" y="4518721"/>
                    <a:pt x="6476852" y="4477843"/>
                  </a:cubicBezTo>
                  <a:cubicBezTo>
                    <a:pt x="6476852" y="4442124"/>
                    <a:pt x="6479928" y="4414740"/>
                    <a:pt x="6486080" y="4395690"/>
                  </a:cubicBezTo>
                  <a:cubicBezTo>
                    <a:pt x="6492232" y="4376640"/>
                    <a:pt x="6514556" y="4353026"/>
                    <a:pt x="6553052" y="4324848"/>
                  </a:cubicBezTo>
                  <a:close/>
                  <a:moveTo>
                    <a:pt x="3987851" y="3956349"/>
                  </a:moveTo>
                  <a:lnTo>
                    <a:pt x="3987851" y="4366520"/>
                  </a:lnTo>
                  <a:lnTo>
                    <a:pt x="3881588" y="4366520"/>
                  </a:lnTo>
                  <a:close/>
                  <a:moveTo>
                    <a:pt x="4835874" y="3951587"/>
                  </a:moveTo>
                  <a:cubicBezTo>
                    <a:pt x="4848642" y="4112297"/>
                    <a:pt x="4861367" y="4247234"/>
                    <a:pt x="4874048" y="4356399"/>
                  </a:cubicBezTo>
                  <a:lnTo>
                    <a:pt x="4787774" y="4356399"/>
                  </a:lnTo>
                  <a:cubicBezTo>
                    <a:pt x="4794310" y="4271078"/>
                    <a:pt x="4810343" y="4136140"/>
                    <a:pt x="4835874" y="3951587"/>
                  </a:cubicBezTo>
                  <a:close/>
                  <a:moveTo>
                    <a:pt x="5182048" y="3910510"/>
                  </a:moveTo>
                  <a:lnTo>
                    <a:pt x="5182048" y="4443315"/>
                  </a:lnTo>
                  <a:cubicBezTo>
                    <a:pt x="5182048" y="4511181"/>
                    <a:pt x="5183437" y="4556524"/>
                    <a:pt x="5186215" y="4579344"/>
                  </a:cubicBezTo>
                  <a:cubicBezTo>
                    <a:pt x="5188993" y="4602164"/>
                    <a:pt x="5196038" y="4624092"/>
                    <a:pt x="5207349" y="4645126"/>
                  </a:cubicBezTo>
                  <a:cubicBezTo>
                    <a:pt x="5218660" y="4666160"/>
                    <a:pt x="5236221" y="4683028"/>
                    <a:pt x="5260034" y="4695728"/>
                  </a:cubicBezTo>
                  <a:cubicBezTo>
                    <a:pt x="5283846" y="4708428"/>
                    <a:pt x="5313810" y="4714778"/>
                    <a:pt x="5349926" y="4714778"/>
                  </a:cubicBezTo>
                  <a:cubicBezTo>
                    <a:pt x="5381676" y="4714778"/>
                    <a:pt x="5409755" y="4708117"/>
                    <a:pt x="5434163" y="4694797"/>
                  </a:cubicBezTo>
                  <a:cubicBezTo>
                    <a:pt x="5458571" y="4681477"/>
                    <a:pt x="5479109" y="4661497"/>
                    <a:pt x="5495778" y="4634857"/>
                  </a:cubicBezTo>
                  <a:lnTo>
                    <a:pt x="5491610" y="4700490"/>
                  </a:lnTo>
                  <a:lnTo>
                    <a:pt x="5736284" y="4700490"/>
                  </a:lnTo>
                  <a:lnTo>
                    <a:pt x="5736284" y="3910510"/>
                  </a:lnTo>
                  <a:lnTo>
                    <a:pt x="5495778" y="3910510"/>
                  </a:lnTo>
                  <a:lnTo>
                    <a:pt x="5495778" y="4442124"/>
                  </a:lnTo>
                  <a:cubicBezTo>
                    <a:pt x="5495778" y="4506815"/>
                    <a:pt x="5494091" y="4545113"/>
                    <a:pt x="5490717" y="4557020"/>
                  </a:cubicBezTo>
                  <a:cubicBezTo>
                    <a:pt x="5487344" y="4568926"/>
                    <a:pt x="5476728" y="4574879"/>
                    <a:pt x="5458868" y="4574879"/>
                  </a:cubicBezTo>
                  <a:cubicBezTo>
                    <a:pt x="5442199" y="4574879"/>
                    <a:pt x="5431980" y="4569124"/>
                    <a:pt x="5428210" y="4557615"/>
                  </a:cubicBezTo>
                  <a:cubicBezTo>
                    <a:pt x="5424439" y="4546106"/>
                    <a:pt x="5422554" y="4509593"/>
                    <a:pt x="5422554" y="4448078"/>
                  </a:cubicBezTo>
                  <a:lnTo>
                    <a:pt x="5422554" y="3910510"/>
                  </a:lnTo>
                  <a:close/>
                  <a:moveTo>
                    <a:pt x="6522691" y="3896223"/>
                  </a:moveTo>
                  <a:cubicBezTo>
                    <a:pt x="6454826" y="3896223"/>
                    <a:pt x="6399661" y="3908923"/>
                    <a:pt x="6357195" y="3934323"/>
                  </a:cubicBezTo>
                  <a:cubicBezTo>
                    <a:pt x="6314729" y="3959723"/>
                    <a:pt x="6286452" y="3988992"/>
                    <a:pt x="6272362" y="4022131"/>
                  </a:cubicBezTo>
                  <a:cubicBezTo>
                    <a:pt x="6258274" y="4055271"/>
                    <a:pt x="6251229" y="4102399"/>
                    <a:pt x="6251229" y="4163518"/>
                  </a:cubicBezTo>
                  <a:lnTo>
                    <a:pt x="6251229" y="4216501"/>
                  </a:lnTo>
                  <a:lnTo>
                    <a:pt x="6476852" y="4216501"/>
                  </a:lnTo>
                  <a:lnTo>
                    <a:pt x="6476852" y="4133753"/>
                  </a:lnTo>
                  <a:cubicBezTo>
                    <a:pt x="6476852" y="4089699"/>
                    <a:pt x="6478837" y="4062414"/>
                    <a:pt x="6482805" y="4051897"/>
                  </a:cubicBezTo>
                  <a:cubicBezTo>
                    <a:pt x="6486774" y="4041380"/>
                    <a:pt x="6496895" y="4036121"/>
                    <a:pt x="6513166" y="4036121"/>
                  </a:cubicBezTo>
                  <a:cubicBezTo>
                    <a:pt x="6527454" y="4036121"/>
                    <a:pt x="6537674" y="4042372"/>
                    <a:pt x="6543825" y="4054874"/>
                  </a:cubicBezTo>
                  <a:cubicBezTo>
                    <a:pt x="6549977" y="4067375"/>
                    <a:pt x="6553052" y="4094264"/>
                    <a:pt x="6553052" y="4135538"/>
                  </a:cubicBezTo>
                  <a:cubicBezTo>
                    <a:pt x="6553052" y="4168479"/>
                    <a:pt x="6550275" y="4190307"/>
                    <a:pt x="6544718" y="4201023"/>
                  </a:cubicBezTo>
                  <a:cubicBezTo>
                    <a:pt x="6539162" y="4211739"/>
                    <a:pt x="6496895" y="4232574"/>
                    <a:pt x="6417916" y="4263531"/>
                  </a:cubicBezTo>
                  <a:cubicBezTo>
                    <a:pt x="6344098" y="4292106"/>
                    <a:pt x="6297862" y="4317109"/>
                    <a:pt x="6279209" y="4338540"/>
                  </a:cubicBezTo>
                  <a:cubicBezTo>
                    <a:pt x="6260556" y="4359971"/>
                    <a:pt x="6251229" y="4400254"/>
                    <a:pt x="6251229" y="4459388"/>
                  </a:cubicBezTo>
                  <a:lnTo>
                    <a:pt x="6251229" y="4524278"/>
                  </a:lnTo>
                  <a:cubicBezTo>
                    <a:pt x="6251229" y="4604049"/>
                    <a:pt x="6268791" y="4655742"/>
                    <a:pt x="6303914" y="4679356"/>
                  </a:cubicBezTo>
                  <a:cubicBezTo>
                    <a:pt x="6339037" y="4702971"/>
                    <a:pt x="6377634" y="4714778"/>
                    <a:pt x="6419702" y="4714778"/>
                  </a:cubicBezTo>
                  <a:cubicBezTo>
                    <a:pt x="6451849" y="4714778"/>
                    <a:pt x="6479531" y="4707721"/>
                    <a:pt x="6502748" y="4693607"/>
                  </a:cubicBezTo>
                  <a:cubicBezTo>
                    <a:pt x="6525966" y="4679493"/>
                    <a:pt x="6544917" y="4658322"/>
                    <a:pt x="6559601" y="4630094"/>
                  </a:cubicBezTo>
                  <a:lnTo>
                    <a:pt x="6559601" y="4700490"/>
                  </a:lnTo>
                  <a:lnTo>
                    <a:pt x="6793559" y="4700490"/>
                  </a:lnTo>
                  <a:lnTo>
                    <a:pt x="6793559" y="4304012"/>
                  </a:lnTo>
                  <a:cubicBezTo>
                    <a:pt x="6793559" y="4173440"/>
                    <a:pt x="6789391" y="4087219"/>
                    <a:pt x="6781057" y="4045349"/>
                  </a:cubicBezTo>
                  <a:cubicBezTo>
                    <a:pt x="6772723" y="4003478"/>
                    <a:pt x="6747918" y="3968157"/>
                    <a:pt x="6706643" y="3939383"/>
                  </a:cubicBezTo>
                  <a:cubicBezTo>
                    <a:pt x="6665368" y="3910610"/>
                    <a:pt x="6604051" y="3896223"/>
                    <a:pt x="6522691" y="3896223"/>
                  </a:cubicBezTo>
                  <a:close/>
                  <a:moveTo>
                    <a:pt x="6206580" y="3896223"/>
                  </a:moveTo>
                  <a:cubicBezTo>
                    <a:pt x="6140303" y="3900601"/>
                    <a:pt x="6089701" y="3939991"/>
                    <a:pt x="6054776" y="4014392"/>
                  </a:cubicBezTo>
                  <a:lnTo>
                    <a:pt x="6064301" y="3910510"/>
                  </a:lnTo>
                  <a:lnTo>
                    <a:pt x="5823795" y="3910510"/>
                  </a:lnTo>
                  <a:lnTo>
                    <a:pt x="5823795" y="4700490"/>
                  </a:lnTo>
                  <a:lnTo>
                    <a:pt x="6064301" y="4700490"/>
                  </a:lnTo>
                  <a:lnTo>
                    <a:pt x="6064301" y="4388546"/>
                  </a:lnTo>
                  <a:cubicBezTo>
                    <a:pt x="6064301" y="4311949"/>
                    <a:pt x="6066682" y="4263035"/>
                    <a:pt x="6071445" y="4241802"/>
                  </a:cubicBezTo>
                  <a:cubicBezTo>
                    <a:pt x="6076207" y="4220569"/>
                    <a:pt x="6088907" y="4203999"/>
                    <a:pt x="6109545" y="4192093"/>
                  </a:cubicBezTo>
                  <a:cubicBezTo>
                    <a:pt x="6130182" y="4180187"/>
                    <a:pt x="6162527" y="4174234"/>
                    <a:pt x="6206580" y="4174234"/>
                  </a:cubicBezTo>
                  <a:close/>
                  <a:moveTo>
                    <a:pt x="4644629" y="3736679"/>
                  </a:moveTo>
                  <a:lnTo>
                    <a:pt x="4516786" y="4700490"/>
                  </a:lnTo>
                  <a:lnTo>
                    <a:pt x="4775896" y="4700490"/>
                  </a:lnTo>
                  <a:lnTo>
                    <a:pt x="4790965" y="4527254"/>
                  </a:lnTo>
                  <a:lnTo>
                    <a:pt x="4880615" y="4527254"/>
                  </a:lnTo>
                  <a:lnTo>
                    <a:pt x="4894065" y="4700490"/>
                  </a:lnTo>
                  <a:lnTo>
                    <a:pt x="5150199" y="4700490"/>
                  </a:lnTo>
                  <a:lnTo>
                    <a:pt x="5006877" y="3736679"/>
                  </a:lnTo>
                  <a:close/>
                  <a:moveTo>
                    <a:pt x="3909865" y="3736679"/>
                  </a:moveTo>
                  <a:lnTo>
                    <a:pt x="3702101" y="4366520"/>
                  </a:lnTo>
                  <a:lnTo>
                    <a:pt x="3702101" y="4530826"/>
                  </a:lnTo>
                  <a:lnTo>
                    <a:pt x="3987851" y="4530826"/>
                  </a:lnTo>
                  <a:lnTo>
                    <a:pt x="3987851" y="4700490"/>
                  </a:lnTo>
                  <a:lnTo>
                    <a:pt x="4228357" y="4700490"/>
                  </a:lnTo>
                  <a:lnTo>
                    <a:pt x="4228357" y="4530826"/>
                  </a:lnTo>
                  <a:lnTo>
                    <a:pt x="4296818" y="4530826"/>
                  </a:lnTo>
                  <a:lnTo>
                    <a:pt x="4296818" y="4366520"/>
                  </a:lnTo>
                  <a:lnTo>
                    <a:pt x="4228357" y="4366520"/>
                  </a:lnTo>
                  <a:lnTo>
                    <a:pt x="4228357" y="3736679"/>
                  </a:lnTo>
                  <a:close/>
                  <a:moveTo>
                    <a:pt x="3500290" y="3736679"/>
                  </a:moveTo>
                  <a:cubicBezTo>
                    <a:pt x="3439965" y="3814541"/>
                    <a:pt x="3351660" y="3865986"/>
                    <a:pt x="3235376" y="3891014"/>
                  </a:cubicBezTo>
                  <a:lnTo>
                    <a:pt x="3235376" y="4003379"/>
                  </a:lnTo>
                  <a:lnTo>
                    <a:pt x="3259188" y="4003379"/>
                  </a:lnTo>
                  <a:cubicBezTo>
                    <a:pt x="3314751" y="4003379"/>
                    <a:pt x="3350569" y="4007249"/>
                    <a:pt x="3366642" y="4014988"/>
                  </a:cubicBezTo>
                  <a:cubicBezTo>
                    <a:pt x="3382716" y="4022727"/>
                    <a:pt x="3392538" y="4034137"/>
                    <a:pt x="3396110" y="4049218"/>
                  </a:cubicBezTo>
                  <a:cubicBezTo>
                    <a:pt x="3399682" y="4064299"/>
                    <a:pt x="3401468" y="4109146"/>
                    <a:pt x="3401468" y="4183759"/>
                  </a:cubicBezTo>
                  <a:lnTo>
                    <a:pt x="3401468" y="4700490"/>
                  </a:lnTo>
                  <a:lnTo>
                    <a:pt x="3641974" y="4700490"/>
                  </a:lnTo>
                  <a:lnTo>
                    <a:pt x="3641974" y="3736679"/>
                  </a:lnTo>
                  <a:close/>
                  <a:moveTo>
                    <a:pt x="2411464" y="3736679"/>
                  </a:moveTo>
                  <a:lnTo>
                    <a:pt x="2411464" y="4700490"/>
                  </a:lnTo>
                  <a:lnTo>
                    <a:pt x="2621014" y="4700490"/>
                  </a:lnTo>
                  <a:lnTo>
                    <a:pt x="2621014" y="4262340"/>
                  </a:lnTo>
                  <a:lnTo>
                    <a:pt x="2751387" y="4700490"/>
                  </a:lnTo>
                  <a:lnTo>
                    <a:pt x="2971057" y="4700490"/>
                  </a:lnTo>
                  <a:lnTo>
                    <a:pt x="2971057" y="3736679"/>
                  </a:lnTo>
                  <a:lnTo>
                    <a:pt x="2761507" y="3736679"/>
                  </a:lnTo>
                  <a:lnTo>
                    <a:pt x="2761507" y="4170662"/>
                  </a:lnTo>
                  <a:lnTo>
                    <a:pt x="2621014" y="3736679"/>
                  </a:lnTo>
                  <a:close/>
                  <a:moveTo>
                    <a:pt x="1906639" y="3736679"/>
                  </a:moveTo>
                  <a:lnTo>
                    <a:pt x="1906639" y="4700490"/>
                  </a:lnTo>
                  <a:lnTo>
                    <a:pt x="2341217" y="4700490"/>
                  </a:lnTo>
                  <a:lnTo>
                    <a:pt x="2341217" y="4507609"/>
                  </a:lnTo>
                  <a:lnTo>
                    <a:pt x="2157265" y="4507609"/>
                  </a:lnTo>
                  <a:lnTo>
                    <a:pt x="2157265" y="4295678"/>
                  </a:lnTo>
                  <a:lnTo>
                    <a:pt x="2313832" y="4295678"/>
                  </a:lnTo>
                  <a:lnTo>
                    <a:pt x="2313832" y="4112322"/>
                  </a:lnTo>
                  <a:lnTo>
                    <a:pt x="2157265" y="4112322"/>
                  </a:lnTo>
                  <a:lnTo>
                    <a:pt x="2157265" y="3929560"/>
                  </a:lnTo>
                  <a:lnTo>
                    <a:pt x="2324548" y="3929560"/>
                  </a:lnTo>
                  <a:lnTo>
                    <a:pt x="2324548" y="3736679"/>
                  </a:lnTo>
                  <a:close/>
                  <a:moveTo>
                    <a:pt x="1505993" y="3716438"/>
                  </a:moveTo>
                  <a:cubicBezTo>
                    <a:pt x="1431381" y="3716438"/>
                    <a:pt x="1370560" y="3733802"/>
                    <a:pt x="1323530" y="3768528"/>
                  </a:cubicBezTo>
                  <a:cubicBezTo>
                    <a:pt x="1276500" y="3803255"/>
                    <a:pt x="1248025" y="3841454"/>
                    <a:pt x="1238103" y="3883126"/>
                  </a:cubicBezTo>
                  <a:cubicBezTo>
                    <a:pt x="1228181" y="3924798"/>
                    <a:pt x="1223220" y="3991671"/>
                    <a:pt x="1223220" y="4083746"/>
                  </a:cubicBezTo>
                  <a:lnTo>
                    <a:pt x="1223220" y="4370092"/>
                  </a:lnTo>
                  <a:cubicBezTo>
                    <a:pt x="1223220" y="4436370"/>
                    <a:pt x="1225603" y="4486078"/>
                    <a:pt x="1230368" y="4519217"/>
                  </a:cubicBezTo>
                  <a:cubicBezTo>
                    <a:pt x="1235134" y="4552357"/>
                    <a:pt x="1247050" y="4584007"/>
                    <a:pt x="1266115" y="4614170"/>
                  </a:cubicBezTo>
                  <a:cubicBezTo>
                    <a:pt x="1285181" y="4644332"/>
                    <a:pt x="1313081" y="4669633"/>
                    <a:pt x="1349817" y="4690072"/>
                  </a:cubicBezTo>
                  <a:cubicBezTo>
                    <a:pt x="1386553" y="4710511"/>
                    <a:pt x="1425973" y="4720731"/>
                    <a:pt x="1468079" y="4720731"/>
                  </a:cubicBezTo>
                  <a:cubicBezTo>
                    <a:pt x="1503426" y="4720731"/>
                    <a:pt x="1534106" y="4713289"/>
                    <a:pt x="1560120" y="4698406"/>
                  </a:cubicBezTo>
                  <a:cubicBezTo>
                    <a:pt x="1586134" y="4683524"/>
                    <a:pt x="1607680" y="4661199"/>
                    <a:pt x="1624758" y="4631434"/>
                  </a:cubicBezTo>
                  <a:lnTo>
                    <a:pt x="1647938" y="4700490"/>
                  </a:lnTo>
                  <a:lnTo>
                    <a:pt x="1805436" y="4700490"/>
                  </a:lnTo>
                  <a:lnTo>
                    <a:pt x="1805436" y="4183163"/>
                  </a:lnTo>
                  <a:lnTo>
                    <a:pt x="1511947" y="4183163"/>
                  </a:lnTo>
                  <a:lnTo>
                    <a:pt x="1511947" y="4329610"/>
                  </a:lnTo>
                  <a:lnTo>
                    <a:pt x="1562548" y="4329610"/>
                  </a:lnTo>
                  <a:lnTo>
                    <a:pt x="1562548" y="4443910"/>
                  </a:lnTo>
                  <a:cubicBezTo>
                    <a:pt x="1562548" y="4488757"/>
                    <a:pt x="1559274" y="4518920"/>
                    <a:pt x="1552725" y="4534398"/>
                  </a:cubicBezTo>
                  <a:cubicBezTo>
                    <a:pt x="1546177" y="4549876"/>
                    <a:pt x="1533775" y="4557615"/>
                    <a:pt x="1515518" y="4557615"/>
                  </a:cubicBezTo>
                  <a:cubicBezTo>
                    <a:pt x="1498850" y="4557615"/>
                    <a:pt x="1487737" y="4550769"/>
                    <a:pt x="1482181" y="4537077"/>
                  </a:cubicBezTo>
                  <a:cubicBezTo>
                    <a:pt x="1476625" y="4523385"/>
                    <a:pt x="1473846" y="4494909"/>
                    <a:pt x="1473846" y="4451649"/>
                  </a:cubicBezTo>
                  <a:lnTo>
                    <a:pt x="1473846" y="3989092"/>
                  </a:lnTo>
                  <a:cubicBezTo>
                    <a:pt x="1473846" y="3939879"/>
                    <a:pt x="1476625" y="3909320"/>
                    <a:pt x="1482181" y="3897413"/>
                  </a:cubicBezTo>
                  <a:cubicBezTo>
                    <a:pt x="1487737" y="3885507"/>
                    <a:pt x="1498254" y="3879554"/>
                    <a:pt x="1513732" y="3879554"/>
                  </a:cubicBezTo>
                  <a:cubicBezTo>
                    <a:pt x="1531592" y="3879554"/>
                    <a:pt x="1542903" y="3886500"/>
                    <a:pt x="1547665" y="3900390"/>
                  </a:cubicBezTo>
                  <a:cubicBezTo>
                    <a:pt x="1552428" y="3914281"/>
                    <a:pt x="1554809" y="3948809"/>
                    <a:pt x="1554809" y="4003974"/>
                  </a:cubicBezTo>
                  <a:lnTo>
                    <a:pt x="1554809" y="4091486"/>
                  </a:lnTo>
                  <a:lnTo>
                    <a:pt x="1805436" y="4091486"/>
                  </a:lnTo>
                  <a:lnTo>
                    <a:pt x="1805436" y="4049813"/>
                  </a:lnTo>
                  <a:cubicBezTo>
                    <a:pt x="1805436" y="3970835"/>
                    <a:pt x="1798093" y="3910610"/>
                    <a:pt x="1783409" y="3869136"/>
                  </a:cubicBezTo>
                  <a:cubicBezTo>
                    <a:pt x="1768725" y="3827663"/>
                    <a:pt x="1737173" y="3791845"/>
                    <a:pt x="1688754" y="3761682"/>
                  </a:cubicBezTo>
                  <a:cubicBezTo>
                    <a:pt x="1640336" y="3731520"/>
                    <a:pt x="1579415" y="3716438"/>
                    <a:pt x="1505993" y="3716438"/>
                  </a:cubicBezTo>
                  <a:close/>
                  <a:moveTo>
                    <a:pt x="4700440" y="2808587"/>
                  </a:moveTo>
                  <a:cubicBezTo>
                    <a:pt x="4737746" y="2809778"/>
                    <a:pt x="4760765" y="2814739"/>
                    <a:pt x="4769496" y="2823470"/>
                  </a:cubicBezTo>
                  <a:cubicBezTo>
                    <a:pt x="4778227" y="2832201"/>
                    <a:pt x="4782593" y="2857205"/>
                    <a:pt x="4782593" y="2898479"/>
                  </a:cubicBezTo>
                  <a:lnTo>
                    <a:pt x="4782593" y="2988371"/>
                  </a:lnTo>
                  <a:cubicBezTo>
                    <a:pt x="4782593" y="3027265"/>
                    <a:pt x="4777731" y="3051673"/>
                    <a:pt x="4768008" y="3061595"/>
                  </a:cubicBezTo>
                  <a:cubicBezTo>
                    <a:pt x="4758284" y="3071517"/>
                    <a:pt x="4735762" y="3077073"/>
                    <a:pt x="4700440" y="3078263"/>
                  </a:cubicBezTo>
                  <a:close/>
                  <a:moveTo>
                    <a:pt x="3435699" y="2494262"/>
                  </a:moveTo>
                  <a:cubicBezTo>
                    <a:pt x="3448467" y="2654972"/>
                    <a:pt x="3461192" y="2789909"/>
                    <a:pt x="3473873" y="2899075"/>
                  </a:cubicBezTo>
                  <a:lnTo>
                    <a:pt x="3387599" y="2899075"/>
                  </a:lnTo>
                  <a:cubicBezTo>
                    <a:pt x="3394135" y="2813753"/>
                    <a:pt x="3410168" y="2678815"/>
                    <a:pt x="3435699" y="2494262"/>
                  </a:cubicBezTo>
                  <a:close/>
                  <a:moveTo>
                    <a:pt x="4700440" y="2444256"/>
                  </a:moveTo>
                  <a:cubicBezTo>
                    <a:pt x="4726237" y="2444653"/>
                    <a:pt x="4743600" y="2446439"/>
                    <a:pt x="4752530" y="2449614"/>
                  </a:cubicBezTo>
                  <a:cubicBezTo>
                    <a:pt x="4761460" y="2452789"/>
                    <a:pt x="4768702" y="2460429"/>
                    <a:pt x="4774259" y="2472533"/>
                  </a:cubicBezTo>
                  <a:cubicBezTo>
                    <a:pt x="4779815" y="2484638"/>
                    <a:pt x="4782593" y="2505771"/>
                    <a:pt x="4782593" y="2535934"/>
                  </a:cubicBezTo>
                  <a:cubicBezTo>
                    <a:pt x="4782593" y="2593084"/>
                    <a:pt x="4779219" y="2627711"/>
                    <a:pt x="4772473" y="2639816"/>
                  </a:cubicBezTo>
                  <a:cubicBezTo>
                    <a:pt x="4765726" y="2651921"/>
                    <a:pt x="4750049" y="2657973"/>
                    <a:pt x="4725443" y="2657973"/>
                  </a:cubicBezTo>
                  <a:cubicBezTo>
                    <a:pt x="4719490" y="2657973"/>
                    <a:pt x="4711156" y="2658171"/>
                    <a:pt x="4700440" y="2658568"/>
                  </a:cubicBezTo>
                  <a:close/>
                  <a:moveTo>
                    <a:pt x="4043215" y="2444256"/>
                  </a:moveTo>
                  <a:cubicBezTo>
                    <a:pt x="4072187" y="2444256"/>
                    <a:pt x="4092130" y="2449018"/>
                    <a:pt x="4103044" y="2458543"/>
                  </a:cubicBezTo>
                  <a:cubicBezTo>
                    <a:pt x="4113958" y="2468068"/>
                    <a:pt x="4119415" y="2488110"/>
                    <a:pt x="4119415" y="2518670"/>
                  </a:cubicBezTo>
                  <a:lnTo>
                    <a:pt x="4119415" y="2571653"/>
                  </a:lnTo>
                  <a:cubicBezTo>
                    <a:pt x="4119415" y="2614118"/>
                    <a:pt x="4113760" y="2639221"/>
                    <a:pt x="4102449" y="2646960"/>
                  </a:cubicBezTo>
                  <a:cubicBezTo>
                    <a:pt x="4091138" y="2654699"/>
                    <a:pt x="4071393" y="2658568"/>
                    <a:pt x="4043215" y="2658568"/>
                  </a:cubicBezTo>
                  <a:close/>
                  <a:moveTo>
                    <a:pt x="5410053" y="2422229"/>
                  </a:moveTo>
                  <a:cubicBezTo>
                    <a:pt x="5425531" y="2422229"/>
                    <a:pt x="5435750" y="2428480"/>
                    <a:pt x="5440711" y="2440982"/>
                  </a:cubicBezTo>
                  <a:cubicBezTo>
                    <a:pt x="5445672" y="2453483"/>
                    <a:pt x="5448153" y="2482157"/>
                    <a:pt x="5448153" y="2527004"/>
                  </a:cubicBezTo>
                  <a:lnTo>
                    <a:pt x="5448153" y="2969917"/>
                  </a:lnTo>
                  <a:cubicBezTo>
                    <a:pt x="5448153" y="3026670"/>
                    <a:pt x="5445771" y="3062587"/>
                    <a:pt x="5441009" y="3077668"/>
                  </a:cubicBezTo>
                  <a:cubicBezTo>
                    <a:pt x="5436246" y="3092749"/>
                    <a:pt x="5425332" y="3100290"/>
                    <a:pt x="5408267" y="3100290"/>
                  </a:cubicBezTo>
                  <a:cubicBezTo>
                    <a:pt x="5391598" y="3100290"/>
                    <a:pt x="5380981" y="3093742"/>
                    <a:pt x="5376417" y="3080645"/>
                  </a:cubicBezTo>
                  <a:cubicBezTo>
                    <a:pt x="5371853" y="3067548"/>
                    <a:pt x="5369571" y="3033020"/>
                    <a:pt x="5369571" y="2977060"/>
                  </a:cubicBezTo>
                  <a:lnTo>
                    <a:pt x="5369571" y="2527004"/>
                  </a:lnTo>
                  <a:cubicBezTo>
                    <a:pt x="5369571" y="2477395"/>
                    <a:pt x="5373044" y="2447530"/>
                    <a:pt x="5379989" y="2437410"/>
                  </a:cubicBezTo>
                  <a:cubicBezTo>
                    <a:pt x="5386935" y="2427289"/>
                    <a:pt x="5396956" y="2422229"/>
                    <a:pt x="5410053" y="2422229"/>
                  </a:cubicBezTo>
                  <a:close/>
                  <a:moveTo>
                    <a:pt x="5792839" y="2279354"/>
                  </a:moveTo>
                  <a:lnTo>
                    <a:pt x="5792839" y="3243165"/>
                  </a:lnTo>
                  <a:lnTo>
                    <a:pt x="6002388" y="3243165"/>
                  </a:lnTo>
                  <a:lnTo>
                    <a:pt x="6002388" y="2805015"/>
                  </a:lnTo>
                  <a:lnTo>
                    <a:pt x="6132762" y="3243165"/>
                  </a:lnTo>
                  <a:lnTo>
                    <a:pt x="6352432" y="3243165"/>
                  </a:lnTo>
                  <a:lnTo>
                    <a:pt x="6352432" y="2279354"/>
                  </a:lnTo>
                  <a:lnTo>
                    <a:pt x="6142882" y="2279354"/>
                  </a:lnTo>
                  <a:lnTo>
                    <a:pt x="6142882" y="2713337"/>
                  </a:lnTo>
                  <a:lnTo>
                    <a:pt x="6002388" y="2279354"/>
                  </a:lnTo>
                  <a:close/>
                  <a:moveTo>
                    <a:pt x="4449813" y="2279354"/>
                  </a:moveTo>
                  <a:lnTo>
                    <a:pt x="4449813" y="3243165"/>
                  </a:lnTo>
                  <a:lnTo>
                    <a:pt x="4739731" y="3243165"/>
                  </a:lnTo>
                  <a:cubicBezTo>
                    <a:pt x="4840537" y="3243165"/>
                    <a:pt x="4907212" y="3237407"/>
                    <a:pt x="4939756" y="3225892"/>
                  </a:cubicBezTo>
                  <a:cubicBezTo>
                    <a:pt x="4972299" y="3214376"/>
                    <a:pt x="4996013" y="3192933"/>
                    <a:pt x="5010895" y="3161561"/>
                  </a:cubicBezTo>
                  <a:cubicBezTo>
                    <a:pt x="5025778" y="3130189"/>
                    <a:pt x="5033220" y="3081941"/>
                    <a:pt x="5033220" y="3016816"/>
                  </a:cubicBezTo>
                  <a:lnTo>
                    <a:pt x="5033220" y="2927473"/>
                  </a:lnTo>
                  <a:cubicBezTo>
                    <a:pt x="5033220" y="2864729"/>
                    <a:pt x="5022901" y="2818168"/>
                    <a:pt x="5002263" y="2787788"/>
                  </a:cubicBezTo>
                  <a:cubicBezTo>
                    <a:pt x="4981626" y="2757409"/>
                    <a:pt x="4942335" y="2735667"/>
                    <a:pt x="4884392" y="2722565"/>
                  </a:cubicBezTo>
                  <a:cubicBezTo>
                    <a:pt x="4936382" y="2710664"/>
                    <a:pt x="4971208" y="2693610"/>
                    <a:pt x="4988869" y="2671400"/>
                  </a:cubicBezTo>
                  <a:cubicBezTo>
                    <a:pt x="5006530" y="2649191"/>
                    <a:pt x="5015360" y="2609926"/>
                    <a:pt x="5015360" y="2553607"/>
                  </a:cubicBezTo>
                  <a:cubicBezTo>
                    <a:pt x="5015360" y="2470319"/>
                    <a:pt x="5002859" y="2409935"/>
                    <a:pt x="4977856" y="2372456"/>
                  </a:cubicBezTo>
                  <a:cubicBezTo>
                    <a:pt x="4952852" y="2334976"/>
                    <a:pt x="4920011" y="2310089"/>
                    <a:pt x="4879331" y="2297795"/>
                  </a:cubicBezTo>
                  <a:cubicBezTo>
                    <a:pt x="4838652" y="2285501"/>
                    <a:pt x="4778823" y="2279354"/>
                    <a:pt x="4699845" y="2279354"/>
                  </a:cubicBezTo>
                  <a:close/>
                  <a:moveTo>
                    <a:pt x="3792589" y="2279354"/>
                  </a:moveTo>
                  <a:lnTo>
                    <a:pt x="3792589" y="3243165"/>
                  </a:lnTo>
                  <a:lnTo>
                    <a:pt x="4043215" y="3243165"/>
                  </a:lnTo>
                  <a:lnTo>
                    <a:pt x="4043215" y="2808587"/>
                  </a:lnTo>
                  <a:cubicBezTo>
                    <a:pt x="4077743" y="2808587"/>
                    <a:pt x="4099075" y="2814739"/>
                    <a:pt x="4107211" y="2827042"/>
                  </a:cubicBezTo>
                  <a:cubicBezTo>
                    <a:pt x="4115347" y="2839345"/>
                    <a:pt x="4119415" y="2871293"/>
                    <a:pt x="4119415" y="2922887"/>
                  </a:cubicBezTo>
                  <a:lnTo>
                    <a:pt x="4119415" y="3243165"/>
                  </a:lnTo>
                  <a:lnTo>
                    <a:pt x="4352182" y="3243165"/>
                  </a:lnTo>
                  <a:lnTo>
                    <a:pt x="4352182" y="2988967"/>
                  </a:lnTo>
                  <a:cubicBezTo>
                    <a:pt x="4352182" y="2911179"/>
                    <a:pt x="4350099" y="2863653"/>
                    <a:pt x="4345931" y="2846390"/>
                  </a:cubicBezTo>
                  <a:cubicBezTo>
                    <a:pt x="4341764" y="2829125"/>
                    <a:pt x="4331148" y="2810175"/>
                    <a:pt x="4314082" y="2789537"/>
                  </a:cubicBezTo>
                  <a:cubicBezTo>
                    <a:pt x="4297017" y="2768899"/>
                    <a:pt x="4263679" y="2752429"/>
                    <a:pt x="4214070" y="2740126"/>
                  </a:cubicBezTo>
                  <a:cubicBezTo>
                    <a:pt x="4268838" y="2734967"/>
                    <a:pt x="4305550" y="2719489"/>
                    <a:pt x="4324202" y="2693692"/>
                  </a:cubicBezTo>
                  <a:cubicBezTo>
                    <a:pt x="4342855" y="2667895"/>
                    <a:pt x="4352182" y="2617492"/>
                    <a:pt x="4352182" y="2542482"/>
                  </a:cubicBezTo>
                  <a:cubicBezTo>
                    <a:pt x="4352182" y="2460329"/>
                    <a:pt x="4338986" y="2400500"/>
                    <a:pt x="4312594" y="2362996"/>
                  </a:cubicBezTo>
                  <a:cubicBezTo>
                    <a:pt x="4286202" y="2325491"/>
                    <a:pt x="4252071" y="2302175"/>
                    <a:pt x="4210200" y="2293046"/>
                  </a:cubicBezTo>
                  <a:cubicBezTo>
                    <a:pt x="4168330" y="2283918"/>
                    <a:pt x="4088260" y="2279354"/>
                    <a:pt x="3969992" y="2279354"/>
                  </a:cubicBezTo>
                  <a:close/>
                  <a:moveTo>
                    <a:pt x="3244455" y="2279354"/>
                  </a:moveTo>
                  <a:lnTo>
                    <a:pt x="3116611" y="3243165"/>
                  </a:lnTo>
                  <a:lnTo>
                    <a:pt x="3375721" y="3243165"/>
                  </a:lnTo>
                  <a:lnTo>
                    <a:pt x="3390790" y="3069929"/>
                  </a:lnTo>
                  <a:lnTo>
                    <a:pt x="3480440" y="3069929"/>
                  </a:lnTo>
                  <a:lnTo>
                    <a:pt x="3493891" y="3243165"/>
                  </a:lnTo>
                  <a:lnTo>
                    <a:pt x="3750024" y="3243165"/>
                  </a:lnTo>
                  <a:lnTo>
                    <a:pt x="3606702" y="2279354"/>
                  </a:lnTo>
                  <a:close/>
                  <a:moveTo>
                    <a:pt x="2042965" y="2279354"/>
                  </a:moveTo>
                  <a:cubicBezTo>
                    <a:pt x="1982640" y="2357216"/>
                    <a:pt x="1894336" y="2408661"/>
                    <a:pt x="1778051" y="2433689"/>
                  </a:cubicBezTo>
                  <a:lnTo>
                    <a:pt x="1778051" y="2546054"/>
                  </a:lnTo>
                  <a:lnTo>
                    <a:pt x="1801864" y="2546054"/>
                  </a:lnTo>
                  <a:cubicBezTo>
                    <a:pt x="1857426" y="2546054"/>
                    <a:pt x="1893244" y="2549924"/>
                    <a:pt x="1909318" y="2557663"/>
                  </a:cubicBezTo>
                  <a:cubicBezTo>
                    <a:pt x="1925391" y="2565402"/>
                    <a:pt x="1935214" y="2576812"/>
                    <a:pt x="1938786" y="2591893"/>
                  </a:cubicBezTo>
                  <a:cubicBezTo>
                    <a:pt x="1942357" y="2606975"/>
                    <a:pt x="1944143" y="2651821"/>
                    <a:pt x="1944143" y="2726434"/>
                  </a:cubicBezTo>
                  <a:lnTo>
                    <a:pt x="1944143" y="3243165"/>
                  </a:lnTo>
                  <a:lnTo>
                    <a:pt x="2184649" y="3243165"/>
                  </a:lnTo>
                  <a:lnTo>
                    <a:pt x="2184649" y="2279354"/>
                  </a:lnTo>
                  <a:close/>
                  <a:moveTo>
                    <a:pt x="1180655" y="2279354"/>
                  </a:moveTo>
                  <a:lnTo>
                    <a:pt x="1271738" y="2705598"/>
                  </a:lnTo>
                  <a:lnTo>
                    <a:pt x="1180655" y="3243165"/>
                  </a:lnTo>
                  <a:lnTo>
                    <a:pt x="1424733" y="3243165"/>
                  </a:lnTo>
                  <a:lnTo>
                    <a:pt x="1448313" y="3086012"/>
                  </a:lnTo>
                  <a:cubicBezTo>
                    <a:pt x="1459630" y="3017781"/>
                    <a:pt x="1468439" y="2953087"/>
                    <a:pt x="1474739" y="2891931"/>
                  </a:cubicBezTo>
                  <a:cubicBezTo>
                    <a:pt x="1497789" y="3029994"/>
                    <a:pt x="1523189" y="3147072"/>
                    <a:pt x="1550939" y="3243165"/>
                  </a:cubicBezTo>
                  <a:lnTo>
                    <a:pt x="1783111" y="3243165"/>
                  </a:lnTo>
                  <a:lnTo>
                    <a:pt x="1650357" y="2705598"/>
                  </a:lnTo>
                  <a:lnTo>
                    <a:pt x="1738463" y="2279354"/>
                  </a:lnTo>
                  <a:lnTo>
                    <a:pt x="1528318" y="2279354"/>
                  </a:lnTo>
                  <a:lnTo>
                    <a:pt x="1474739" y="2542482"/>
                  </a:lnTo>
                  <a:cubicBezTo>
                    <a:pt x="1468129" y="2502727"/>
                    <a:pt x="1459571" y="2459253"/>
                    <a:pt x="1449066" y="2412063"/>
                  </a:cubicBezTo>
                  <a:cubicBezTo>
                    <a:pt x="1436069" y="2350131"/>
                    <a:pt x="1427362" y="2305895"/>
                    <a:pt x="1422947" y="2279354"/>
                  </a:cubicBezTo>
                  <a:close/>
                  <a:moveTo>
                    <a:pt x="5408862" y="2259114"/>
                  </a:moveTo>
                  <a:cubicBezTo>
                    <a:pt x="5354490" y="2259114"/>
                    <a:pt x="5306865" y="2268043"/>
                    <a:pt x="5265987" y="2285903"/>
                  </a:cubicBezTo>
                  <a:cubicBezTo>
                    <a:pt x="5225109" y="2303762"/>
                    <a:pt x="5192664" y="2329361"/>
                    <a:pt x="5168653" y="2362698"/>
                  </a:cubicBezTo>
                  <a:cubicBezTo>
                    <a:pt x="5144642" y="2396036"/>
                    <a:pt x="5130355" y="2432846"/>
                    <a:pt x="5125791" y="2473128"/>
                  </a:cubicBezTo>
                  <a:cubicBezTo>
                    <a:pt x="5121227" y="2513411"/>
                    <a:pt x="5118945" y="2581971"/>
                    <a:pt x="5118945" y="2678809"/>
                  </a:cubicBezTo>
                  <a:lnTo>
                    <a:pt x="5118945" y="2843710"/>
                  </a:lnTo>
                  <a:cubicBezTo>
                    <a:pt x="5118945" y="2942929"/>
                    <a:pt x="5121326" y="3012382"/>
                    <a:pt x="5126088" y="3052070"/>
                  </a:cubicBezTo>
                  <a:cubicBezTo>
                    <a:pt x="5130851" y="3091758"/>
                    <a:pt x="5145734" y="3128468"/>
                    <a:pt x="5170737" y="3162203"/>
                  </a:cubicBezTo>
                  <a:cubicBezTo>
                    <a:pt x="5195740" y="3195937"/>
                    <a:pt x="5228780" y="3221238"/>
                    <a:pt x="5269856" y="3238105"/>
                  </a:cubicBezTo>
                  <a:cubicBezTo>
                    <a:pt x="5310933" y="3254972"/>
                    <a:pt x="5357268" y="3263406"/>
                    <a:pt x="5408862" y="3263406"/>
                  </a:cubicBezTo>
                  <a:cubicBezTo>
                    <a:pt x="5463234" y="3263406"/>
                    <a:pt x="5510859" y="3254476"/>
                    <a:pt x="5551737" y="3236617"/>
                  </a:cubicBezTo>
                  <a:cubicBezTo>
                    <a:pt x="5592615" y="3218757"/>
                    <a:pt x="5625060" y="3193159"/>
                    <a:pt x="5649071" y="3159821"/>
                  </a:cubicBezTo>
                  <a:cubicBezTo>
                    <a:pt x="5673082" y="3126484"/>
                    <a:pt x="5687369" y="3089674"/>
                    <a:pt x="5691933" y="3049391"/>
                  </a:cubicBezTo>
                  <a:cubicBezTo>
                    <a:pt x="5696497" y="3009108"/>
                    <a:pt x="5698779" y="2940548"/>
                    <a:pt x="5698779" y="2843710"/>
                  </a:cubicBezTo>
                  <a:lnTo>
                    <a:pt x="5698779" y="2678809"/>
                  </a:lnTo>
                  <a:cubicBezTo>
                    <a:pt x="5698779" y="2579590"/>
                    <a:pt x="5696398" y="2510137"/>
                    <a:pt x="5691635" y="2470450"/>
                  </a:cubicBezTo>
                  <a:cubicBezTo>
                    <a:pt x="5686873" y="2430762"/>
                    <a:pt x="5671990" y="2394051"/>
                    <a:pt x="5646987" y="2360317"/>
                  </a:cubicBezTo>
                  <a:cubicBezTo>
                    <a:pt x="5621984" y="2326582"/>
                    <a:pt x="5588944" y="2301282"/>
                    <a:pt x="5547867" y="2284414"/>
                  </a:cubicBezTo>
                  <a:cubicBezTo>
                    <a:pt x="5506791" y="2267547"/>
                    <a:pt x="5460456" y="2259114"/>
                    <a:pt x="5408862" y="2259114"/>
                  </a:cubicBezTo>
                  <a:close/>
                  <a:moveTo>
                    <a:pt x="2782343" y="2259114"/>
                  </a:moveTo>
                  <a:cubicBezTo>
                    <a:pt x="2727971" y="2259114"/>
                    <a:pt x="2679850" y="2268341"/>
                    <a:pt x="2637980" y="2286796"/>
                  </a:cubicBezTo>
                  <a:cubicBezTo>
                    <a:pt x="2596110" y="2305250"/>
                    <a:pt x="2563368" y="2330551"/>
                    <a:pt x="2539753" y="2362698"/>
                  </a:cubicBezTo>
                  <a:cubicBezTo>
                    <a:pt x="2516139" y="2394845"/>
                    <a:pt x="2501951" y="2428282"/>
                    <a:pt x="2497188" y="2463008"/>
                  </a:cubicBezTo>
                  <a:cubicBezTo>
                    <a:pt x="2492426" y="2497735"/>
                    <a:pt x="2490045" y="2549825"/>
                    <a:pt x="2490045" y="2619278"/>
                  </a:cubicBezTo>
                  <a:lnTo>
                    <a:pt x="2490045" y="2900860"/>
                  </a:lnTo>
                  <a:cubicBezTo>
                    <a:pt x="2490045" y="2995317"/>
                    <a:pt x="2497784" y="3066060"/>
                    <a:pt x="2513262" y="3113089"/>
                  </a:cubicBezTo>
                  <a:cubicBezTo>
                    <a:pt x="2528740" y="3160119"/>
                    <a:pt x="2560292" y="3196929"/>
                    <a:pt x="2607917" y="3223520"/>
                  </a:cubicBezTo>
                  <a:cubicBezTo>
                    <a:pt x="2655542" y="3250111"/>
                    <a:pt x="2716065" y="3263406"/>
                    <a:pt x="2789487" y="3263406"/>
                  </a:cubicBezTo>
                  <a:cubicBezTo>
                    <a:pt x="2860131" y="3263406"/>
                    <a:pt x="2919563" y="3247706"/>
                    <a:pt x="2967784" y="3216306"/>
                  </a:cubicBezTo>
                  <a:cubicBezTo>
                    <a:pt x="3016003" y="3184907"/>
                    <a:pt x="3047158" y="3148340"/>
                    <a:pt x="3061247" y="3106606"/>
                  </a:cubicBezTo>
                  <a:cubicBezTo>
                    <a:pt x="3075336" y="3064872"/>
                    <a:pt x="3082381" y="2994126"/>
                    <a:pt x="3082381" y="2894368"/>
                  </a:cubicBezTo>
                  <a:lnTo>
                    <a:pt x="3082381" y="2856808"/>
                  </a:lnTo>
                  <a:lnTo>
                    <a:pt x="2831754" y="2856808"/>
                  </a:lnTo>
                  <a:lnTo>
                    <a:pt x="2831754" y="2977953"/>
                  </a:lnTo>
                  <a:cubicBezTo>
                    <a:pt x="2831754" y="3030868"/>
                    <a:pt x="2828877" y="3064486"/>
                    <a:pt x="2823122" y="3078808"/>
                  </a:cubicBezTo>
                  <a:cubicBezTo>
                    <a:pt x="2817367" y="3093129"/>
                    <a:pt x="2805164" y="3100290"/>
                    <a:pt x="2786510" y="3100290"/>
                  </a:cubicBezTo>
                  <a:cubicBezTo>
                    <a:pt x="2767063" y="3100290"/>
                    <a:pt x="2754562" y="3093146"/>
                    <a:pt x="2749006" y="3078859"/>
                  </a:cubicBezTo>
                  <a:cubicBezTo>
                    <a:pt x="2743449" y="3064572"/>
                    <a:pt x="2740671" y="3034012"/>
                    <a:pt x="2740671" y="2987181"/>
                  </a:cubicBezTo>
                  <a:lnTo>
                    <a:pt x="2740671" y="2539506"/>
                  </a:lnTo>
                  <a:cubicBezTo>
                    <a:pt x="2740671" y="2490690"/>
                    <a:pt x="2743449" y="2458940"/>
                    <a:pt x="2749006" y="2444256"/>
                  </a:cubicBezTo>
                  <a:cubicBezTo>
                    <a:pt x="2754562" y="2429571"/>
                    <a:pt x="2767659" y="2422229"/>
                    <a:pt x="2788296" y="2422229"/>
                  </a:cubicBezTo>
                  <a:cubicBezTo>
                    <a:pt x="2806553" y="2422229"/>
                    <a:pt x="2818360" y="2428269"/>
                    <a:pt x="2823718" y="2440349"/>
                  </a:cubicBezTo>
                  <a:cubicBezTo>
                    <a:pt x="2829075" y="2452429"/>
                    <a:pt x="2831754" y="2482824"/>
                    <a:pt x="2831754" y="2531534"/>
                  </a:cubicBezTo>
                  <a:lnTo>
                    <a:pt x="2831754" y="2699050"/>
                  </a:lnTo>
                  <a:lnTo>
                    <a:pt x="3082381" y="2699050"/>
                  </a:lnTo>
                  <a:lnTo>
                    <a:pt x="3082381" y="2607492"/>
                  </a:lnTo>
                  <a:cubicBezTo>
                    <a:pt x="3082381" y="2517526"/>
                    <a:pt x="3074840" y="2451240"/>
                    <a:pt x="3059759" y="2408635"/>
                  </a:cubicBezTo>
                  <a:cubicBezTo>
                    <a:pt x="3044678" y="2366030"/>
                    <a:pt x="3013126" y="2330458"/>
                    <a:pt x="2965104" y="2301920"/>
                  </a:cubicBezTo>
                  <a:cubicBezTo>
                    <a:pt x="2917082" y="2273383"/>
                    <a:pt x="2856162" y="2259114"/>
                    <a:pt x="2782343" y="2259114"/>
                  </a:cubicBezTo>
                  <a:close/>
                  <a:moveTo>
                    <a:pt x="4876652" y="1400673"/>
                  </a:moveTo>
                  <a:lnTo>
                    <a:pt x="4876652" y="1563193"/>
                  </a:lnTo>
                  <a:cubicBezTo>
                    <a:pt x="4876652" y="1602881"/>
                    <a:pt x="4874370" y="1627388"/>
                    <a:pt x="4869806" y="1636715"/>
                  </a:cubicBezTo>
                  <a:cubicBezTo>
                    <a:pt x="4865242" y="1646041"/>
                    <a:pt x="4855420" y="1650704"/>
                    <a:pt x="4840338" y="1650704"/>
                  </a:cubicBezTo>
                  <a:cubicBezTo>
                    <a:pt x="4824464" y="1650704"/>
                    <a:pt x="4813847" y="1644751"/>
                    <a:pt x="4808489" y="1632845"/>
                  </a:cubicBezTo>
                  <a:cubicBezTo>
                    <a:pt x="4803131" y="1620939"/>
                    <a:pt x="4800452" y="1594546"/>
                    <a:pt x="4800452" y="1553668"/>
                  </a:cubicBezTo>
                  <a:cubicBezTo>
                    <a:pt x="4800452" y="1517950"/>
                    <a:pt x="4803528" y="1490565"/>
                    <a:pt x="4809680" y="1471515"/>
                  </a:cubicBezTo>
                  <a:cubicBezTo>
                    <a:pt x="4815831" y="1452465"/>
                    <a:pt x="4838156" y="1428851"/>
                    <a:pt x="4876652" y="1400673"/>
                  </a:cubicBezTo>
                  <a:close/>
                  <a:moveTo>
                    <a:pt x="5474346" y="1111946"/>
                  </a:moveTo>
                  <a:cubicBezTo>
                    <a:pt x="5489031" y="1111946"/>
                    <a:pt x="5498853" y="1116908"/>
                    <a:pt x="5503814" y="1126829"/>
                  </a:cubicBezTo>
                  <a:cubicBezTo>
                    <a:pt x="5508775" y="1136751"/>
                    <a:pt x="5511256" y="1156198"/>
                    <a:pt x="5511256" y="1185170"/>
                  </a:cubicBezTo>
                  <a:lnTo>
                    <a:pt x="5511256" y="1550692"/>
                  </a:lnTo>
                  <a:cubicBezTo>
                    <a:pt x="5511256" y="1594745"/>
                    <a:pt x="5508676" y="1622427"/>
                    <a:pt x="5503517" y="1633738"/>
                  </a:cubicBezTo>
                  <a:cubicBezTo>
                    <a:pt x="5498357" y="1645049"/>
                    <a:pt x="5488039" y="1650704"/>
                    <a:pt x="5472560" y="1650704"/>
                  </a:cubicBezTo>
                  <a:cubicBezTo>
                    <a:pt x="5459067" y="1650704"/>
                    <a:pt x="5449939" y="1645644"/>
                    <a:pt x="5445176" y="1635524"/>
                  </a:cubicBezTo>
                  <a:cubicBezTo>
                    <a:pt x="5440414" y="1625403"/>
                    <a:pt x="5438032" y="1604270"/>
                    <a:pt x="5438032" y="1572123"/>
                  </a:cubicBezTo>
                  <a:lnTo>
                    <a:pt x="5438032" y="1185170"/>
                  </a:lnTo>
                  <a:cubicBezTo>
                    <a:pt x="5438032" y="1154214"/>
                    <a:pt x="5440513" y="1134271"/>
                    <a:pt x="5445474" y="1125341"/>
                  </a:cubicBezTo>
                  <a:cubicBezTo>
                    <a:pt x="5450435" y="1116411"/>
                    <a:pt x="5460059" y="1111946"/>
                    <a:pt x="5474346" y="1111946"/>
                  </a:cubicBezTo>
                  <a:close/>
                  <a:moveTo>
                    <a:pt x="2423370" y="986336"/>
                  </a:moveTo>
                  <a:lnTo>
                    <a:pt x="2423370" y="1776315"/>
                  </a:lnTo>
                  <a:lnTo>
                    <a:pt x="2671020" y="1776315"/>
                  </a:lnTo>
                  <a:lnTo>
                    <a:pt x="2671020" y="986336"/>
                  </a:lnTo>
                  <a:close/>
                  <a:moveTo>
                    <a:pt x="4233715" y="977406"/>
                  </a:moveTo>
                  <a:cubicBezTo>
                    <a:pt x="4266259" y="977406"/>
                    <a:pt x="4287690" y="982367"/>
                    <a:pt x="4298009" y="992289"/>
                  </a:cubicBezTo>
                  <a:cubicBezTo>
                    <a:pt x="4308328" y="1002211"/>
                    <a:pt x="4313487" y="1023642"/>
                    <a:pt x="4313487" y="1056583"/>
                  </a:cubicBezTo>
                  <a:lnTo>
                    <a:pt x="4313487" y="1135759"/>
                  </a:lnTo>
                  <a:cubicBezTo>
                    <a:pt x="4313487" y="1171478"/>
                    <a:pt x="4309022" y="1194993"/>
                    <a:pt x="4300092" y="1206304"/>
                  </a:cubicBezTo>
                  <a:cubicBezTo>
                    <a:pt x="4291163" y="1217615"/>
                    <a:pt x="4275188" y="1223270"/>
                    <a:pt x="4252170" y="1223270"/>
                  </a:cubicBezTo>
                  <a:cubicBezTo>
                    <a:pt x="4247010" y="1223270"/>
                    <a:pt x="4240859" y="1223072"/>
                    <a:pt x="4233715" y="1222675"/>
                  </a:cubicBezTo>
                  <a:close/>
                  <a:moveTo>
                    <a:pt x="4846292" y="972048"/>
                  </a:moveTo>
                  <a:cubicBezTo>
                    <a:pt x="4778426" y="972048"/>
                    <a:pt x="4723260" y="984748"/>
                    <a:pt x="4680795" y="1010148"/>
                  </a:cubicBezTo>
                  <a:cubicBezTo>
                    <a:pt x="4638329" y="1035548"/>
                    <a:pt x="4610052" y="1064818"/>
                    <a:pt x="4595963" y="1097957"/>
                  </a:cubicBezTo>
                  <a:cubicBezTo>
                    <a:pt x="4581874" y="1131096"/>
                    <a:pt x="4574829" y="1178225"/>
                    <a:pt x="4574829" y="1239343"/>
                  </a:cubicBezTo>
                  <a:lnTo>
                    <a:pt x="4574829" y="1292326"/>
                  </a:lnTo>
                  <a:lnTo>
                    <a:pt x="4800452" y="1292326"/>
                  </a:lnTo>
                  <a:lnTo>
                    <a:pt x="4800452" y="1209578"/>
                  </a:lnTo>
                  <a:cubicBezTo>
                    <a:pt x="4800452" y="1165525"/>
                    <a:pt x="4802437" y="1138239"/>
                    <a:pt x="4806406" y="1127722"/>
                  </a:cubicBezTo>
                  <a:cubicBezTo>
                    <a:pt x="4810374" y="1117205"/>
                    <a:pt x="4820495" y="1111946"/>
                    <a:pt x="4836767" y="1111946"/>
                  </a:cubicBezTo>
                  <a:cubicBezTo>
                    <a:pt x="4851054" y="1111946"/>
                    <a:pt x="4861273" y="1118197"/>
                    <a:pt x="4867425" y="1130699"/>
                  </a:cubicBezTo>
                  <a:cubicBezTo>
                    <a:pt x="4873577" y="1143200"/>
                    <a:pt x="4876652" y="1170089"/>
                    <a:pt x="4876652" y="1211364"/>
                  </a:cubicBezTo>
                  <a:cubicBezTo>
                    <a:pt x="4876652" y="1244304"/>
                    <a:pt x="4873874" y="1266133"/>
                    <a:pt x="4868318" y="1276848"/>
                  </a:cubicBezTo>
                  <a:cubicBezTo>
                    <a:pt x="4862762" y="1287564"/>
                    <a:pt x="4820495" y="1308400"/>
                    <a:pt x="4741517" y="1339356"/>
                  </a:cubicBezTo>
                  <a:cubicBezTo>
                    <a:pt x="4667698" y="1367931"/>
                    <a:pt x="4621462" y="1392934"/>
                    <a:pt x="4602809" y="1414365"/>
                  </a:cubicBezTo>
                  <a:cubicBezTo>
                    <a:pt x="4584156" y="1435797"/>
                    <a:pt x="4574829" y="1476079"/>
                    <a:pt x="4574829" y="1535214"/>
                  </a:cubicBezTo>
                  <a:lnTo>
                    <a:pt x="4574829" y="1600103"/>
                  </a:lnTo>
                  <a:cubicBezTo>
                    <a:pt x="4574829" y="1679875"/>
                    <a:pt x="4592391" y="1731568"/>
                    <a:pt x="4627514" y="1755182"/>
                  </a:cubicBezTo>
                  <a:cubicBezTo>
                    <a:pt x="4662638" y="1778796"/>
                    <a:pt x="4701234" y="1790603"/>
                    <a:pt x="4743302" y="1790603"/>
                  </a:cubicBezTo>
                  <a:cubicBezTo>
                    <a:pt x="4775449" y="1790603"/>
                    <a:pt x="4803131" y="1783546"/>
                    <a:pt x="4826349" y="1769432"/>
                  </a:cubicBezTo>
                  <a:cubicBezTo>
                    <a:pt x="4849566" y="1755318"/>
                    <a:pt x="4868517" y="1734147"/>
                    <a:pt x="4883201" y="1705919"/>
                  </a:cubicBezTo>
                  <a:lnTo>
                    <a:pt x="4883201" y="1776315"/>
                  </a:lnTo>
                  <a:lnTo>
                    <a:pt x="5117159" y="1776315"/>
                  </a:lnTo>
                  <a:lnTo>
                    <a:pt x="5117159" y="1379837"/>
                  </a:lnTo>
                  <a:cubicBezTo>
                    <a:pt x="5117159" y="1249265"/>
                    <a:pt x="5112992" y="1163044"/>
                    <a:pt x="5104657" y="1121174"/>
                  </a:cubicBezTo>
                  <a:cubicBezTo>
                    <a:pt x="5096323" y="1079303"/>
                    <a:pt x="5071518" y="1043982"/>
                    <a:pt x="5030243" y="1015208"/>
                  </a:cubicBezTo>
                  <a:cubicBezTo>
                    <a:pt x="4988968" y="986435"/>
                    <a:pt x="4927651" y="972048"/>
                    <a:pt x="4846292" y="972048"/>
                  </a:cubicBezTo>
                  <a:close/>
                  <a:moveTo>
                    <a:pt x="3148460" y="972048"/>
                  </a:moveTo>
                  <a:cubicBezTo>
                    <a:pt x="3115520" y="972048"/>
                    <a:pt x="3086449" y="979304"/>
                    <a:pt x="3061247" y="993814"/>
                  </a:cubicBezTo>
                  <a:cubicBezTo>
                    <a:pt x="3036046" y="1008325"/>
                    <a:pt x="3014713" y="1030091"/>
                    <a:pt x="2997251" y="1059112"/>
                  </a:cubicBezTo>
                  <a:lnTo>
                    <a:pt x="3001418" y="986336"/>
                  </a:lnTo>
                  <a:lnTo>
                    <a:pt x="2756745" y="986336"/>
                  </a:lnTo>
                  <a:lnTo>
                    <a:pt x="2756745" y="1776315"/>
                  </a:lnTo>
                  <a:lnTo>
                    <a:pt x="2997251" y="1776315"/>
                  </a:lnTo>
                  <a:lnTo>
                    <a:pt x="2997251" y="1242320"/>
                  </a:lnTo>
                  <a:cubicBezTo>
                    <a:pt x="2997251" y="1182789"/>
                    <a:pt x="2999434" y="1146177"/>
                    <a:pt x="3003799" y="1132485"/>
                  </a:cubicBezTo>
                  <a:cubicBezTo>
                    <a:pt x="3008165" y="1118792"/>
                    <a:pt x="3018881" y="1111946"/>
                    <a:pt x="3035946" y="1111946"/>
                  </a:cubicBezTo>
                  <a:cubicBezTo>
                    <a:pt x="3052218" y="1111946"/>
                    <a:pt x="3062140" y="1117900"/>
                    <a:pt x="3065712" y="1129806"/>
                  </a:cubicBezTo>
                  <a:cubicBezTo>
                    <a:pt x="3069284" y="1141712"/>
                    <a:pt x="3071070" y="1174851"/>
                    <a:pt x="3071070" y="1229223"/>
                  </a:cubicBezTo>
                  <a:lnTo>
                    <a:pt x="3071070" y="1776315"/>
                  </a:lnTo>
                  <a:lnTo>
                    <a:pt x="3311576" y="1776315"/>
                  </a:lnTo>
                  <a:lnTo>
                    <a:pt x="3311576" y="1222675"/>
                  </a:lnTo>
                  <a:cubicBezTo>
                    <a:pt x="3311576" y="1153618"/>
                    <a:pt x="3307806" y="1104307"/>
                    <a:pt x="3300265" y="1074740"/>
                  </a:cubicBezTo>
                  <a:cubicBezTo>
                    <a:pt x="3292724" y="1045172"/>
                    <a:pt x="3275857" y="1020665"/>
                    <a:pt x="3249664" y="1001219"/>
                  </a:cubicBezTo>
                  <a:cubicBezTo>
                    <a:pt x="3223470" y="981772"/>
                    <a:pt x="3189735" y="972048"/>
                    <a:pt x="3148460" y="972048"/>
                  </a:cubicBezTo>
                  <a:close/>
                  <a:moveTo>
                    <a:pt x="5511256" y="812504"/>
                  </a:moveTo>
                  <a:lnTo>
                    <a:pt x="5511256" y="1036491"/>
                  </a:lnTo>
                  <a:cubicBezTo>
                    <a:pt x="5491015" y="1015010"/>
                    <a:pt x="5468492" y="998899"/>
                    <a:pt x="5443688" y="988159"/>
                  </a:cubicBezTo>
                  <a:cubicBezTo>
                    <a:pt x="5418883" y="977418"/>
                    <a:pt x="5391598" y="972048"/>
                    <a:pt x="5361832" y="972048"/>
                  </a:cubicBezTo>
                  <a:cubicBezTo>
                    <a:pt x="5323336" y="972048"/>
                    <a:pt x="5290196" y="981672"/>
                    <a:pt x="5262415" y="1000921"/>
                  </a:cubicBezTo>
                  <a:cubicBezTo>
                    <a:pt x="5234634" y="1020169"/>
                    <a:pt x="5216874" y="1042493"/>
                    <a:pt x="5209135" y="1067893"/>
                  </a:cubicBezTo>
                  <a:cubicBezTo>
                    <a:pt x="5201395" y="1093293"/>
                    <a:pt x="5197526" y="1136354"/>
                    <a:pt x="5197526" y="1197076"/>
                  </a:cubicBezTo>
                  <a:lnTo>
                    <a:pt x="5197526" y="1566765"/>
                  </a:lnTo>
                  <a:cubicBezTo>
                    <a:pt x="5197526" y="1625106"/>
                    <a:pt x="5201395" y="1667175"/>
                    <a:pt x="5209135" y="1692972"/>
                  </a:cubicBezTo>
                  <a:cubicBezTo>
                    <a:pt x="5216874" y="1718768"/>
                    <a:pt x="5234435" y="1741490"/>
                    <a:pt x="5261820" y="1761135"/>
                  </a:cubicBezTo>
                  <a:cubicBezTo>
                    <a:pt x="5289204" y="1780780"/>
                    <a:pt x="5321550" y="1790603"/>
                    <a:pt x="5358856" y="1790603"/>
                  </a:cubicBezTo>
                  <a:cubicBezTo>
                    <a:pt x="5386637" y="1790603"/>
                    <a:pt x="5413228" y="1784637"/>
                    <a:pt x="5438628" y="1772706"/>
                  </a:cubicBezTo>
                  <a:cubicBezTo>
                    <a:pt x="5464028" y="1760775"/>
                    <a:pt x="5488237" y="1742879"/>
                    <a:pt x="5511256" y="1719017"/>
                  </a:cubicBezTo>
                  <a:lnTo>
                    <a:pt x="5511256" y="1776315"/>
                  </a:lnTo>
                  <a:lnTo>
                    <a:pt x="5751762" y="1776315"/>
                  </a:lnTo>
                  <a:lnTo>
                    <a:pt x="5751762" y="812504"/>
                  </a:lnTo>
                  <a:close/>
                  <a:moveTo>
                    <a:pt x="3983089" y="812504"/>
                  </a:moveTo>
                  <a:lnTo>
                    <a:pt x="3983089" y="1776315"/>
                  </a:lnTo>
                  <a:lnTo>
                    <a:pt x="4233715" y="1776315"/>
                  </a:lnTo>
                  <a:lnTo>
                    <a:pt x="4233715" y="1388172"/>
                  </a:lnTo>
                  <a:lnTo>
                    <a:pt x="4300985" y="1388172"/>
                  </a:lnTo>
                  <a:cubicBezTo>
                    <a:pt x="4355754" y="1388172"/>
                    <a:pt x="4400105" y="1380631"/>
                    <a:pt x="4434038" y="1365550"/>
                  </a:cubicBezTo>
                  <a:cubicBezTo>
                    <a:pt x="4467970" y="1350468"/>
                    <a:pt x="4491287" y="1328839"/>
                    <a:pt x="4503987" y="1300661"/>
                  </a:cubicBezTo>
                  <a:cubicBezTo>
                    <a:pt x="4516687" y="1272483"/>
                    <a:pt x="4523037" y="1227636"/>
                    <a:pt x="4523037" y="1166120"/>
                  </a:cubicBezTo>
                  <a:lnTo>
                    <a:pt x="4523037" y="1082181"/>
                  </a:lnTo>
                  <a:cubicBezTo>
                    <a:pt x="4523037" y="1021856"/>
                    <a:pt x="4519763" y="977307"/>
                    <a:pt x="4513214" y="948533"/>
                  </a:cubicBezTo>
                  <a:cubicBezTo>
                    <a:pt x="4506666" y="919760"/>
                    <a:pt x="4494164" y="895253"/>
                    <a:pt x="4475710" y="875012"/>
                  </a:cubicBezTo>
                  <a:cubicBezTo>
                    <a:pt x="4457255" y="854772"/>
                    <a:pt x="4429672" y="839294"/>
                    <a:pt x="4392961" y="828578"/>
                  </a:cubicBezTo>
                  <a:cubicBezTo>
                    <a:pt x="4356250" y="817862"/>
                    <a:pt x="4303763" y="812504"/>
                    <a:pt x="4235501" y="812504"/>
                  </a:cubicBezTo>
                  <a:close/>
                  <a:moveTo>
                    <a:pt x="3394920" y="812504"/>
                  </a:moveTo>
                  <a:lnTo>
                    <a:pt x="3394920" y="1776315"/>
                  </a:lnTo>
                  <a:lnTo>
                    <a:pt x="3635426" y="1776315"/>
                  </a:lnTo>
                  <a:lnTo>
                    <a:pt x="3635724" y="1432011"/>
                  </a:lnTo>
                  <a:lnTo>
                    <a:pt x="3710733" y="1776315"/>
                  </a:lnTo>
                  <a:lnTo>
                    <a:pt x="3942012" y="1776315"/>
                  </a:lnTo>
                  <a:lnTo>
                    <a:pt x="3815211" y="1300958"/>
                  </a:lnTo>
                  <a:lnTo>
                    <a:pt x="3912842" y="986336"/>
                  </a:lnTo>
                  <a:lnTo>
                    <a:pt x="3710733" y="986336"/>
                  </a:lnTo>
                  <a:lnTo>
                    <a:pt x="3635724" y="1217103"/>
                  </a:lnTo>
                  <a:lnTo>
                    <a:pt x="3635426" y="812504"/>
                  </a:lnTo>
                  <a:close/>
                  <a:moveTo>
                    <a:pt x="2423370" y="812504"/>
                  </a:moveTo>
                  <a:lnTo>
                    <a:pt x="2423370" y="938115"/>
                  </a:lnTo>
                  <a:lnTo>
                    <a:pt x="2671020" y="938115"/>
                  </a:lnTo>
                  <a:lnTo>
                    <a:pt x="2671020" y="812504"/>
                  </a:lnTo>
                  <a:close/>
                  <a:moveTo>
                    <a:pt x="1785195" y="812504"/>
                  </a:moveTo>
                  <a:lnTo>
                    <a:pt x="1785195" y="1776315"/>
                  </a:lnTo>
                  <a:lnTo>
                    <a:pt x="2025701" y="1776315"/>
                  </a:lnTo>
                  <a:lnTo>
                    <a:pt x="2025701" y="1212554"/>
                  </a:lnTo>
                  <a:cubicBezTo>
                    <a:pt x="2025701" y="1172470"/>
                    <a:pt x="2028281" y="1145681"/>
                    <a:pt x="2033440" y="1132187"/>
                  </a:cubicBezTo>
                  <a:cubicBezTo>
                    <a:pt x="2038600" y="1118693"/>
                    <a:pt x="2048522" y="1111946"/>
                    <a:pt x="2063206" y="1111946"/>
                  </a:cubicBezTo>
                  <a:cubicBezTo>
                    <a:pt x="2079081" y="1111946"/>
                    <a:pt x="2089300" y="1118495"/>
                    <a:pt x="2093865" y="1131592"/>
                  </a:cubicBezTo>
                  <a:cubicBezTo>
                    <a:pt x="2098428" y="1144689"/>
                    <a:pt x="2100711" y="1174256"/>
                    <a:pt x="2100711" y="1220293"/>
                  </a:cubicBezTo>
                  <a:lnTo>
                    <a:pt x="2100711" y="1776315"/>
                  </a:lnTo>
                  <a:lnTo>
                    <a:pt x="2341217" y="1776315"/>
                  </a:lnTo>
                  <a:lnTo>
                    <a:pt x="2341217" y="1231604"/>
                  </a:lnTo>
                  <a:cubicBezTo>
                    <a:pt x="2341217" y="1157389"/>
                    <a:pt x="2337943" y="1106291"/>
                    <a:pt x="2331394" y="1078311"/>
                  </a:cubicBezTo>
                  <a:cubicBezTo>
                    <a:pt x="2324846" y="1050332"/>
                    <a:pt x="2306788" y="1025626"/>
                    <a:pt x="2277220" y="1004195"/>
                  </a:cubicBezTo>
                  <a:cubicBezTo>
                    <a:pt x="2247653" y="982764"/>
                    <a:pt x="2211835" y="972048"/>
                    <a:pt x="2169767" y="972048"/>
                  </a:cubicBezTo>
                  <a:cubicBezTo>
                    <a:pt x="2142382" y="972048"/>
                    <a:pt x="2116685" y="976823"/>
                    <a:pt x="2092674" y="986373"/>
                  </a:cubicBezTo>
                  <a:cubicBezTo>
                    <a:pt x="2068663" y="995923"/>
                    <a:pt x="2046339" y="1010247"/>
                    <a:pt x="2025701" y="1029347"/>
                  </a:cubicBezTo>
                  <a:lnTo>
                    <a:pt x="2025701" y="812504"/>
                  </a:lnTo>
                  <a:close/>
                  <a:moveTo>
                    <a:pt x="1187501" y="812504"/>
                  </a:moveTo>
                  <a:lnTo>
                    <a:pt x="1187501" y="1005386"/>
                  </a:lnTo>
                  <a:lnTo>
                    <a:pt x="1335734" y="1005386"/>
                  </a:lnTo>
                  <a:lnTo>
                    <a:pt x="1335734" y="1776315"/>
                  </a:lnTo>
                  <a:lnTo>
                    <a:pt x="1586361" y="1776315"/>
                  </a:lnTo>
                  <a:lnTo>
                    <a:pt x="1586361" y="1005386"/>
                  </a:lnTo>
                  <a:lnTo>
                    <a:pt x="1735189" y="1005386"/>
                  </a:lnTo>
                  <a:lnTo>
                    <a:pt x="1735189" y="812504"/>
                  </a:lnTo>
                  <a:close/>
                  <a:moveTo>
                    <a:pt x="0" y="0"/>
                  </a:moveTo>
                  <a:lnTo>
                    <a:pt x="8048992" y="0"/>
                  </a:lnTo>
                  <a:lnTo>
                    <a:pt x="80489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sz="8000" dirty="0"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3C76DB-58D3-7F6F-F054-DB9A45168404}"/>
                </a:ext>
              </a:extLst>
            </p:cNvPr>
            <p:cNvSpPr/>
            <p:nvPr/>
          </p:nvSpPr>
          <p:spPr>
            <a:xfrm>
              <a:off x="5284951" y="5075401"/>
              <a:ext cx="2770909" cy="1634837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GB" sz="10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Lenovo ThinkPad X1 Carbon Gen 14 Aura Edition is </a:t>
              </a:r>
              <a:r>
                <a:rPr lang="en-GB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 ultra-premium, AI-driven 14-inch business laptop (starting under 1kg/2.2 lbs) designed for high mobility and performance</a:t>
              </a:r>
              <a:r>
                <a:rPr lang="en-GB" sz="10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 It features Intel Core Ultra (Series 2 or 3) processors, Copilot+ PC AI capabilities, and a 2.8K OLED display, focusing on user experience, advanced sustainability, and improved repairability</a:t>
              </a:r>
              <a:endParaRPr lang="pt-PT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 descr="A red sign with white letters&#10;&#10;AI-generated content may be incorrect.">
              <a:extLst>
                <a:ext uri="{FF2B5EF4-FFF2-40B4-BE49-F238E27FC236}">
                  <a16:creationId xmlns:a16="http://schemas.microsoft.com/office/drawing/2014/main" id="{E29D4996-D317-6AD9-A735-6C15C53D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8" y="6474352"/>
              <a:ext cx="1150045" cy="383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2188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000">
        <p159:morph option="byObject"/>
      </p:transition>
    </mc:Choice>
    <mc:Fallback xmlns="">
      <p:transition spd="slow" advTm="8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3558C72-21B0-E575-F508-7E9A7E63203C}"/>
              </a:ext>
            </a:extLst>
          </p:cNvPr>
          <p:cNvGrpSpPr/>
          <p:nvPr/>
        </p:nvGrpSpPr>
        <p:grpSpPr>
          <a:xfrm>
            <a:off x="16236" y="179458"/>
            <a:ext cx="12192000" cy="6858000"/>
            <a:chOff x="0" y="0"/>
            <a:chExt cx="56007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FFDD7AC-06BD-6469-FF3C-FE2D49F454FF}"/>
                </a:ext>
              </a:extLst>
            </p:cNvPr>
            <p:cNvSpPr/>
            <p:nvPr/>
          </p:nvSpPr>
          <p:spPr>
            <a:xfrm>
              <a:off x="0" y="0"/>
              <a:ext cx="18669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D59FBB-F909-D4C3-DDD7-2FF640180D67}"/>
                </a:ext>
              </a:extLst>
            </p:cNvPr>
            <p:cNvSpPr/>
            <p:nvPr/>
          </p:nvSpPr>
          <p:spPr>
            <a:xfrm>
              <a:off x="1866900" y="0"/>
              <a:ext cx="1866900" cy="6858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67288F-5E2E-8F6C-B0DC-89779F9127E4}"/>
                </a:ext>
              </a:extLst>
            </p:cNvPr>
            <p:cNvSpPr/>
            <p:nvPr/>
          </p:nvSpPr>
          <p:spPr>
            <a:xfrm>
              <a:off x="3733800" y="0"/>
              <a:ext cx="18669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73A8A85-742B-7E8E-C7C8-F0E8E406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173" y="2550052"/>
            <a:ext cx="6513655" cy="5105400"/>
          </a:xfrm>
          <a:prstGeom prst="rect">
            <a:avLst/>
          </a:prstGeom>
        </p:spPr>
      </p:pic>
      <p:pic>
        <p:nvPicPr>
          <p:cNvPr id="10" name="Picture 9" descr="A red sign with white letters&#10;&#10;AI-generated content may be incorrect.">
            <a:extLst>
              <a:ext uri="{FF2B5EF4-FFF2-40B4-BE49-F238E27FC236}">
                <a16:creationId xmlns:a16="http://schemas.microsoft.com/office/drawing/2014/main" id="{DBCD119F-1E6E-10F9-D666-FA273B32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608" y="873652"/>
            <a:ext cx="2634784" cy="8789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A4A3A7-94A0-D231-8784-618E67545776}"/>
              </a:ext>
            </a:extLst>
          </p:cNvPr>
          <p:cNvSpPr txBox="1"/>
          <p:nvPr/>
        </p:nvSpPr>
        <p:spPr>
          <a:xfrm>
            <a:off x="0" y="376804"/>
            <a:ext cx="388850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Ultralight 14″ premium business laptop</a:t>
            </a:r>
          </a:p>
          <a:p>
            <a:pPr algn="just"/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Aura Edition features for optimized</a:t>
            </a:r>
          </a:p>
          <a:p>
            <a:pPr algn="just"/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xperiences &amp; productivity</a:t>
            </a:r>
          </a:p>
          <a:p>
            <a:pPr algn="just"/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performance for enterprise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leaders, IT decision-makers &amp; mobile professionals </a:t>
            </a:r>
          </a:p>
          <a:p>
            <a:pPr algn="just"/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Intel® Core™ Ultra 5 335 vPro® Processor (LPE-cores up to 3.40 GHz P-cores up to 4.60 GHz)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11 Home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Lenovo recommends Windows 11 Pro for busine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Graphics</a:t>
            </a:r>
          </a:p>
          <a:p>
            <a:pPr algn="just"/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9476E-6E24-ED2F-A3C7-C4992B89D197}"/>
              </a:ext>
            </a:extLst>
          </p:cNvPr>
          <p:cNvSpPr txBox="1"/>
          <p:nvPr/>
        </p:nvSpPr>
        <p:spPr>
          <a:xfrm>
            <a:off x="8335963" y="559409"/>
            <a:ext cx="38560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PT" dirty="0"/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GB LPDDR5X-8533MT/s (Soldered)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GB SSD M.2 2280 PCIe Gen4 TLC Opal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14" WUXGA (1920 x 1200), IPS, Anti-Glare, Touch, 100%sRGB, 500 nits, 60Hz, Low Power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5MP RGB+IR with Computer Vision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Reader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Backlit, Black - English (US)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intel® Wi-Fi 7 BE211 2x2 BE vPro® &amp; Bluetooth® 5.4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Year Courier or Carry-in</a:t>
            </a:r>
          </a:p>
          <a:p>
            <a:endParaRPr lang="pt-PT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044946-FB55-8483-D153-7C4192BA829F}"/>
              </a:ext>
            </a:extLst>
          </p:cNvPr>
          <p:cNvSpPr txBox="1"/>
          <p:nvPr/>
        </p:nvSpPr>
        <p:spPr>
          <a:xfrm>
            <a:off x="5129572" y="2365386"/>
            <a:ext cx="177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: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$2,139.00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53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250" advTm="6000"/>
    </mc:Choice>
    <mc:Fallback xmlns="">
      <p:transition spd="slow" advTm="6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with a motorcycle on the screen&#10;&#10;AI-generated content may be incorrect.">
            <a:extLst>
              <a:ext uri="{FF2B5EF4-FFF2-40B4-BE49-F238E27FC236}">
                <a16:creationId xmlns:a16="http://schemas.microsoft.com/office/drawing/2014/main" id="{14293D99-D0CA-1C7C-838C-DA7FC144D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C1DFEB6-2B99-D165-A992-D8563F895CB9}"/>
              </a:ext>
            </a:extLst>
          </p:cNvPr>
          <p:cNvGrpSpPr/>
          <p:nvPr/>
        </p:nvGrpSpPr>
        <p:grpSpPr>
          <a:xfrm>
            <a:off x="-7069015" y="0"/>
            <a:ext cx="7069015" cy="6858000"/>
            <a:chOff x="0" y="0"/>
            <a:chExt cx="7069015" cy="6858000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7459DB94-2B3B-6A70-CB3F-8FA37485729C}"/>
                </a:ext>
              </a:extLst>
            </p:cNvPr>
            <p:cNvSpPr/>
            <p:nvPr/>
          </p:nvSpPr>
          <p:spPr>
            <a:xfrm>
              <a:off x="0" y="0"/>
              <a:ext cx="7069015" cy="6858000"/>
            </a:xfrm>
            <a:custGeom>
              <a:avLst/>
              <a:gdLst/>
              <a:ahLst/>
              <a:cxnLst/>
              <a:rect l="l" t="t" r="r" b="b"/>
              <a:pathLst>
                <a:path w="7069015" h="6858000">
                  <a:moveTo>
                    <a:pt x="2942543" y="4384220"/>
                  </a:moveTo>
                  <a:lnTo>
                    <a:pt x="2942543" y="4546740"/>
                  </a:lnTo>
                  <a:cubicBezTo>
                    <a:pt x="2942543" y="4586428"/>
                    <a:pt x="2940261" y="4610935"/>
                    <a:pt x="2935697" y="4620261"/>
                  </a:cubicBezTo>
                  <a:cubicBezTo>
                    <a:pt x="2931132" y="4629588"/>
                    <a:pt x="2921310" y="4634251"/>
                    <a:pt x="2906229" y="4634251"/>
                  </a:cubicBezTo>
                  <a:cubicBezTo>
                    <a:pt x="2890354" y="4634251"/>
                    <a:pt x="2879738" y="4628298"/>
                    <a:pt x="2874379" y="4616392"/>
                  </a:cubicBezTo>
                  <a:cubicBezTo>
                    <a:pt x="2869021" y="4604485"/>
                    <a:pt x="2866343" y="4578093"/>
                    <a:pt x="2866343" y="4537215"/>
                  </a:cubicBezTo>
                  <a:cubicBezTo>
                    <a:pt x="2866343" y="4501496"/>
                    <a:pt x="2869419" y="4474112"/>
                    <a:pt x="2875570" y="4455062"/>
                  </a:cubicBezTo>
                  <a:cubicBezTo>
                    <a:pt x="2881721" y="4436012"/>
                    <a:pt x="2904046" y="4412398"/>
                    <a:pt x="2942543" y="4384220"/>
                  </a:cubicBezTo>
                  <a:close/>
                  <a:moveTo>
                    <a:pt x="5930416" y="4095493"/>
                  </a:moveTo>
                  <a:cubicBezTo>
                    <a:pt x="5944703" y="4095493"/>
                    <a:pt x="5954030" y="4100752"/>
                    <a:pt x="5958395" y="4111269"/>
                  </a:cubicBezTo>
                  <a:cubicBezTo>
                    <a:pt x="5962761" y="4121786"/>
                    <a:pt x="5964944" y="4147285"/>
                    <a:pt x="5964944" y="4187767"/>
                  </a:cubicBezTo>
                  <a:lnTo>
                    <a:pt x="5964944" y="4552098"/>
                  </a:lnTo>
                  <a:cubicBezTo>
                    <a:pt x="5964944" y="4586229"/>
                    <a:pt x="5962662" y="4608454"/>
                    <a:pt x="5958098" y="4618773"/>
                  </a:cubicBezTo>
                  <a:cubicBezTo>
                    <a:pt x="5953534" y="4629092"/>
                    <a:pt x="5944108" y="4634251"/>
                    <a:pt x="5929820" y="4634251"/>
                  </a:cubicBezTo>
                  <a:cubicBezTo>
                    <a:pt x="5915930" y="4634251"/>
                    <a:pt x="5906603" y="4628596"/>
                    <a:pt x="5901841" y="4617285"/>
                  </a:cubicBezTo>
                  <a:cubicBezTo>
                    <a:pt x="5897078" y="4605974"/>
                    <a:pt x="5894697" y="4581665"/>
                    <a:pt x="5894697" y="4544359"/>
                  </a:cubicBezTo>
                  <a:lnTo>
                    <a:pt x="5894697" y="4187767"/>
                  </a:lnTo>
                  <a:cubicBezTo>
                    <a:pt x="5894697" y="4147285"/>
                    <a:pt x="5897078" y="4121786"/>
                    <a:pt x="5901841" y="4111269"/>
                  </a:cubicBezTo>
                  <a:cubicBezTo>
                    <a:pt x="5906603" y="4100752"/>
                    <a:pt x="5916128" y="4095493"/>
                    <a:pt x="5930416" y="4095493"/>
                  </a:cubicBezTo>
                  <a:close/>
                  <a:moveTo>
                    <a:pt x="4254611" y="4095493"/>
                  </a:moveTo>
                  <a:cubicBezTo>
                    <a:pt x="4269296" y="4095493"/>
                    <a:pt x="4279118" y="4100454"/>
                    <a:pt x="4284079" y="4110376"/>
                  </a:cubicBezTo>
                  <a:cubicBezTo>
                    <a:pt x="4289040" y="4120298"/>
                    <a:pt x="4291521" y="4139745"/>
                    <a:pt x="4291521" y="4168717"/>
                  </a:cubicBezTo>
                  <a:lnTo>
                    <a:pt x="4291521" y="4534239"/>
                  </a:lnTo>
                  <a:cubicBezTo>
                    <a:pt x="4291521" y="4578292"/>
                    <a:pt x="4288941" y="4605974"/>
                    <a:pt x="4283782" y="4617285"/>
                  </a:cubicBezTo>
                  <a:cubicBezTo>
                    <a:pt x="4278622" y="4628596"/>
                    <a:pt x="4268303" y="4634251"/>
                    <a:pt x="4252825" y="4634251"/>
                  </a:cubicBezTo>
                  <a:cubicBezTo>
                    <a:pt x="4239332" y="4634251"/>
                    <a:pt x="4230203" y="4629191"/>
                    <a:pt x="4225441" y="4619071"/>
                  </a:cubicBezTo>
                  <a:cubicBezTo>
                    <a:pt x="4220678" y="4608950"/>
                    <a:pt x="4218297" y="4587817"/>
                    <a:pt x="4218297" y="4555670"/>
                  </a:cubicBezTo>
                  <a:lnTo>
                    <a:pt x="4218297" y="4168717"/>
                  </a:lnTo>
                  <a:cubicBezTo>
                    <a:pt x="4218297" y="4137760"/>
                    <a:pt x="4220778" y="4117817"/>
                    <a:pt x="4225739" y="4108888"/>
                  </a:cubicBezTo>
                  <a:cubicBezTo>
                    <a:pt x="4230700" y="4099958"/>
                    <a:pt x="4240324" y="4095493"/>
                    <a:pt x="4254611" y="4095493"/>
                  </a:cubicBezTo>
                  <a:close/>
                  <a:moveTo>
                    <a:pt x="1225364" y="4010959"/>
                  </a:moveTo>
                  <a:cubicBezTo>
                    <a:pt x="1238132" y="4171669"/>
                    <a:pt x="1250857" y="4306606"/>
                    <a:pt x="1263538" y="4415771"/>
                  </a:cubicBezTo>
                  <a:lnTo>
                    <a:pt x="1177264" y="4415771"/>
                  </a:lnTo>
                  <a:cubicBezTo>
                    <a:pt x="1183800" y="4330450"/>
                    <a:pt x="1199834" y="4195512"/>
                    <a:pt x="1225364" y="4010959"/>
                  </a:cubicBezTo>
                  <a:close/>
                  <a:moveTo>
                    <a:pt x="5327960" y="3969882"/>
                  </a:moveTo>
                  <a:lnTo>
                    <a:pt x="5327960" y="4759862"/>
                  </a:lnTo>
                  <a:lnTo>
                    <a:pt x="5575610" y="4759862"/>
                  </a:lnTo>
                  <a:lnTo>
                    <a:pt x="5575610" y="3969882"/>
                  </a:lnTo>
                  <a:close/>
                  <a:moveTo>
                    <a:pt x="4623110" y="3969882"/>
                  </a:moveTo>
                  <a:lnTo>
                    <a:pt x="4623110" y="4759862"/>
                  </a:lnTo>
                  <a:lnTo>
                    <a:pt x="4870760" y="4759862"/>
                  </a:lnTo>
                  <a:lnTo>
                    <a:pt x="4870760" y="3969882"/>
                  </a:lnTo>
                  <a:close/>
                  <a:moveTo>
                    <a:pt x="1571538" y="3969882"/>
                  </a:moveTo>
                  <a:lnTo>
                    <a:pt x="1571538" y="4502687"/>
                  </a:lnTo>
                  <a:cubicBezTo>
                    <a:pt x="1571538" y="4570553"/>
                    <a:pt x="1572927" y="4615896"/>
                    <a:pt x="1575705" y="4638716"/>
                  </a:cubicBezTo>
                  <a:cubicBezTo>
                    <a:pt x="1578483" y="4661536"/>
                    <a:pt x="1585528" y="4683464"/>
                    <a:pt x="1596839" y="4704498"/>
                  </a:cubicBezTo>
                  <a:cubicBezTo>
                    <a:pt x="1608150" y="4725532"/>
                    <a:pt x="1625712" y="4742400"/>
                    <a:pt x="1649524" y="4755100"/>
                  </a:cubicBezTo>
                  <a:cubicBezTo>
                    <a:pt x="1673336" y="4767800"/>
                    <a:pt x="1703301" y="4774150"/>
                    <a:pt x="1739416" y="4774150"/>
                  </a:cubicBezTo>
                  <a:cubicBezTo>
                    <a:pt x="1771166" y="4774150"/>
                    <a:pt x="1799245" y="4767489"/>
                    <a:pt x="1823653" y="4754169"/>
                  </a:cubicBezTo>
                  <a:cubicBezTo>
                    <a:pt x="1848060" y="4740849"/>
                    <a:pt x="1868599" y="4720869"/>
                    <a:pt x="1885268" y="4694229"/>
                  </a:cubicBezTo>
                  <a:lnTo>
                    <a:pt x="1881100" y="4759862"/>
                  </a:lnTo>
                  <a:lnTo>
                    <a:pt x="2125774" y="4759862"/>
                  </a:lnTo>
                  <a:lnTo>
                    <a:pt x="2125774" y="3969882"/>
                  </a:lnTo>
                  <a:lnTo>
                    <a:pt x="1885268" y="3969882"/>
                  </a:lnTo>
                  <a:lnTo>
                    <a:pt x="1885268" y="4501496"/>
                  </a:lnTo>
                  <a:cubicBezTo>
                    <a:pt x="1885268" y="4566187"/>
                    <a:pt x="1883581" y="4604485"/>
                    <a:pt x="1880208" y="4616392"/>
                  </a:cubicBezTo>
                  <a:cubicBezTo>
                    <a:pt x="1876834" y="4628298"/>
                    <a:pt x="1866218" y="4634251"/>
                    <a:pt x="1848358" y="4634251"/>
                  </a:cubicBezTo>
                  <a:cubicBezTo>
                    <a:pt x="1831690" y="4634251"/>
                    <a:pt x="1821470" y="4628496"/>
                    <a:pt x="1817700" y="4616987"/>
                  </a:cubicBezTo>
                  <a:cubicBezTo>
                    <a:pt x="1813929" y="4605478"/>
                    <a:pt x="1812044" y="4568965"/>
                    <a:pt x="1812044" y="4507450"/>
                  </a:cubicBezTo>
                  <a:lnTo>
                    <a:pt x="1812044" y="3969882"/>
                  </a:lnTo>
                  <a:close/>
                  <a:moveTo>
                    <a:pt x="6672175" y="3955595"/>
                  </a:moveTo>
                  <a:cubicBezTo>
                    <a:pt x="6639235" y="3955595"/>
                    <a:pt x="6610163" y="3962850"/>
                    <a:pt x="6584962" y="3977361"/>
                  </a:cubicBezTo>
                  <a:cubicBezTo>
                    <a:pt x="6559760" y="3991872"/>
                    <a:pt x="6538428" y="4013638"/>
                    <a:pt x="6520966" y="4042659"/>
                  </a:cubicBezTo>
                  <a:lnTo>
                    <a:pt x="6525133" y="3969882"/>
                  </a:lnTo>
                  <a:lnTo>
                    <a:pt x="6280460" y="3969882"/>
                  </a:lnTo>
                  <a:lnTo>
                    <a:pt x="6280460" y="4759862"/>
                  </a:lnTo>
                  <a:lnTo>
                    <a:pt x="6520966" y="4759862"/>
                  </a:lnTo>
                  <a:lnTo>
                    <a:pt x="6520966" y="4225867"/>
                  </a:lnTo>
                  <a:cubicBezTo>
                    <a:pt x="6520966" y="4166335"/>
                    <a:pt x="6523149" y="4129724"/>
                    <a:pt x="6527514" y="4116032"/>
                  </a:cubicBezTo>
                  <a:cubicBezTo>
                    <a:pt x="6531880" y="4102339"/>
                    <a:pt x="6542595" y="4095493"/>
                    <a:pt x="6559661" y="4095493"/>
                  </a:cubicBezTo>
                  <a:cubicBezTo>
                    <a:pt x="6575933" y="4095493"/>
                    <a:pt x="6585855" y="4101446"/>
                    <a:pt x="6589427" y="4113353"/>
                  </a:cubicBezTo>
                  <a:cubicBezTo>
                    <a:pt x="6592999" y="4125259"/>
                    <a:pt x="6594785" y="4158398"/>
                    <a:pt x="6594785" y="4212770"/>
                  </a:cubicBezTo>
                  <a:lnTo>
                    <a:pt x="6594785" y="4759862"/>
                  </a:lnTo>
                  <a:lnTo>
                    <a:pt x="6835291" y="4759862"/>
                  </a:lnTo>
                  <a:lnTo>
                    <a:pt x="6835291" y="4206222"/>
                  </a:lnTo>
                  <a:cubicBezTo>
                    <a:pt x="6835291" y="4137165"/>
                    <a:pt x="6831521" y="4087854"/>
                    <a:pt x="6823980" y="4058286"/>
                  </a:cubicBezTo>
                  <a:cubicBezTo>
                    <a:pt x="6816439" y="4028719"/>
                    <a:pt x="6799572" y="4004212"/>
                    <a:pt x="6773378" y="3984765"/>
                  </a:cubicBezTo>
                  <a:cubicBezTo>
                    <a:pt x="6747185" y="3965318"/>
                    <a:pt x="6713450" y="3955595"/>
                    <a:pt x="6672175" y="3955595"/>
                  </a:cubicBezTo>
                  <a:close/>
                  <a:moveTo>
                    <a:pt x="5922081" y="3955595"/>
                  </a:moveTo>
                  <a:cubicBezTo>
                    <a:pt x="5857788" y="3955595"/>
                    <a:pt x="5805003" y="3968096"/>
                    <a:pt x="5763728" y="3993100"/>
                  </a:cubicBezTo>
                  <a:cubicBezTo>
                    <a:pt x="5722453" y="4018103"/>
                    <a:pt x="5693878" y="4051242"/>
                    <a:pt x="5678004" y="4092517"/>
                  </a:cubicBezTo>
                  <a:cubicBezTo>
                    <a:pt x="5662129" y="4133792"/>
                    <a:pt x="5654191" y="4191140"/>
                    <a:pt x="5654191" y="4264562"/>
                  </a:cubicBezTo>
                  <a:lnTo>
                    <a:pt x="5654191" y="4466968"/>
                  </a:lnTo>
                  <a:cubicBezTo>
                    <a:pt x="5654191" y="4534040"/>
                    <a:pt x="5658557" y="4584344"/>
                    <a:pt x="5667288" y="4617880"/>
                  </a:cubicBezTo>
                  <a:cubicBezTo>
                    <a:pt x="5676019" y="4651416"/>
                    <a:pt x="5690604" y="4679991"/>
                    <a:pt x="5711043" y="4703605"/>
                  </a:cubicBezTo>
                  <a:cubicBezTo>
                    <a:pt x="5731483" y="4727219"/>
                    <a:pt x="5760156" y="4744880"/>
                    <a:pt x="5797066" y="4756588"/>
                  </a:cubicBezTo>
                  <a:cubicBezTo>
                    <a:pt x="5833975" y="4768296"/>
                    <a:pt x="5879021" y="4774150"/>
                    <a:pt x="5932202" y="4774150"/>
                  </a:cubicBezTo>
                  <a:cubicBezTo>
                    <a:pt x="5979827" y="4774150"/>
                    <a:pt x="6021994" y="4767303"/>
                    <a:pt x="6058706" y="4753611"/>
                  </a:cubicBezTo>
                  <a:cubicBezTo>
                    <a:pt x="6095417" y="4739919"/>
                    <a:pt x="6125480" y="4718686"/>
                    <a:pt x="6148895" y="4689913"/>
                  </a:cubicBezTo>
                  <a:cubicBezTo>
                    <a:pt x="6172311" y="4661140"/>
                    <a:pt x="6187591" y="4630183"/>
                    <a:pt x="6194735" y="4597044"/>
                  </a:cubicBezTo>
                  <a:cubicBezTo>
                    <a:pt x="6201878" y="4563905"/>
                    <a:pt x="6205450" y="4511815"/>
                    <a:pt x="6205450" y="4440775"/>
                  </a:cubicBezTo>
                  <a:lnTo>
                    <a:pt x="6205450" y="4247298"/>
                  </a:lnTo>
                  <a:cubicBezTo>
                    <a:pt x="6205450" y="4191339"/>
                    <a:pt x="6201581" y="4149667"/>
                    <a:pt x="6193842" y="4122282"/>
                  </a:cubicBezTo>
                  <a:cubicBezTo>
                    <a:pt x="6186102" y="4094898"/>
                    <a:pt x="6171716" y="4068307"/>
                    <a:pt x="6150681" y="4042510"/>
                  </a:cubicBezTo>
                  <a:cubicBezTo>
                    <a:pt x="6129647" y="4016714"/>
                    <a:pt x="6099782" y="3995778"/>
                    <a:pt x="6061087" y="3979705"/>
                  </a:cubicBezTo>
                  <a:cubicBezTo>
                    <a:pt x="6022392" y="3963632"/>
                    <a:pt x="5976057" y="3955595"/>
                    <a:pt x="5922081" y="3955595"/>
                  </a:cubicBezTo>
                  <a:close/>
                  <a:moveTo>
                    <a:pt x="2912182" y="3955595"/>
                  </a:moveTo>
                  <a:cubicBezTo>
                    <a:pt x="2844316" y="3955595"/>
                    <a:pt x="2789150" y="3968295"/>
                    <a:pt x="2746685" y="3993695"/>
                  </a:cubicBezTo>
                  <a:cubicBezTo>
                    <a:pt x="2704219" y="4019095"/>
                    <a:pt x="2675942" y="4048364"/>
                    <a:pt x="2661853" y="4081503"/>
                  </a:cubicBezTo>
                  <a:cubicBezTo>
                    <a:pt x="2647764" y="4114643"/>
                    <a:pt x="2640719" y="4161771"/>
                    <a:pt x="2640719" y="4222890"/>
                  </a:cubicBezTo>
                  <a:lnTo>
                    <a:pt x="2640719" y="4275873"/>
                  </a:lnTo>
                  <a:lnTo>
                    <a:pt x="2866343" y="4275873"/>
                  </a:lnTo>
                  <a:lnTo>
                    <a:pt x="2866343" y="4193125"/>
                  </a:lnTo>
                  <a:cubicBezTo>
                    <a:pt x="2866343" y="4149071"/>
                    <a:pt x="2868327" y="4121786"/>
                    <a:pt x="2872296" y="4111269"/>
                  </a:cubicBezTo>
                  <a:cubicBezTo>
                    <a:pt x="2876265" y="4100752"/>
                    <a:pt x="2886385" y="4095493"/>
                    <a:pt x="2902657" y="4095493"/>
                  </a:cubicBezTo>
                  <a:cubicBezTo>
                    <a:pt x="2916944" y="4095493"/>
                    <a:pt x="2927164" y="4101744"/>
                    <a:pt x="2933315" y="4114246"/>
                  </a:cubicBezTo>
                  <a:cubicBezTo>
                    <a:pt x="2939467" y="4126747"/>
                    <a:pt x="2942543" y="4153636"/>
                    <a:pt x="2942543" y="4194910"/>
                  </a:cubicBezTo>
                  <a:cubicBezTo>
                    <a:pt x="2942543" y="4227851"/>
                    <a:pt x="2939765" y="4249679"/>
                    <a:pt x="2934209" y="4260395"/>
                  </a:cubicBezTo>
                  <a:cubicBezTo>
                    <a:pt x="2928652" y="4271111"/>
                    <a:pt x="2886385" y="4291946"/>
                    <a:pt x="2807407" y="4322903"/>
                  </a:cubicBezTo>
                  <a:cubicBezTo>
                    <a:pt x="2733588" y="4351478"/>
                    <a:pt x="2687352" y="4376481"/>
                    <a:pt x="2668699" y="4397912"/>
                  </a:cubicBezTo>
                  <a:cubicBezTo>
                    <a:pt x="2650046" y="4419343"/>
                    <a:pt x="2640719" y="4459626"/>
                    <a:pt x="2640719" y="4518760"/>
                  </a:cubicBezTo>
                  <a:lnTo>
                    <a:pt x="2640719" y="4583650"/>
                  </a:lnTo>
                  <a:cubicBezTo>
                    <a:pt x="2640719" y="4663421"/>
                    <a:pt x="2658281" y="4715114"/>
                    <a:pt x="2693404" y="4738728"/>
                  </a:cubicBezTo>
                  <a:cubicBezTo>
                    <a:pt x="2728528" y="4762343"/>
                    <a:pt x="2767124" y="4774150"/>
                    <a:pt x="2809193" y="4774150"/>
                  </a:cubicBezTo>
                  <a:cubicBezTo>
                    <a:pt x="2841340" y="4774150"/>
                    <a:pt x="2869021" y="4767093"/>
                    <a:pt x="2892239" y="4752979"/>
                  </a:cubicBezTo>
                  <a:cubicBezTo>
                    <a:pt x="2915456" y="4738865"/>
                    <a:pt x="2934407" y="4717694"/>
                    <a:pt x="2949091" y="4689466"/>
                  </a:cubicBezTo>
                  <a:lnTo>
                    <a:pt x="2949091" y="4759862"/>
                  </a:lnTo>
                  <a:lnTo>
                    <a:pt x="3183049" y="4759862"/>
                  </a:lnTo>
                  <a:lnTo>
                    <a:pt x="3183049" y="4363384"/>
                  </a:lnTo>
                  <a:cubicBezTo>
                    <a:pt x="3183049" y="4232812"/>
                    <a:pt x="3178882" y="4146591"/>
                    <a:pt x="3170547" y="4104721"/>
                  </a:cubicBezTo>
                  <a:cubicBezTo>
                    <a:pt x="3162213" y="4062850"/>
                    <a:pt x="3137408" y="4027529"/>
                    <a:pt x="3096133" y="3998755"/>
                  </a:cubicBezTo>
                  <a:cubicBezTo>
                    <a:pt x="3054858" y="3969982"/>
                    <a:pt x="2993541" y="3955595"/>
                    <a:pt x="2912182" y="3955595"/>
                  </a:cubicBezTo>
                  <a:close/>
                  <a:moveTo>
                    <a:pt x="2596071" y="3955595"/>
                  </a:moveTo>
                  <a:cubicBezTo>
                    <a:pt x="2529793" y="3959973"/>
                    <a:pt x="2479191" y="3999363"/>
                    <a:pt x="2444267" y="4073764"/>
                  </a:cubicBezTo>
                  <a:lnTo>
                    <a:pt x="2453791" y="3969882"/>
                  </a:lnTo>
                  <a:lnTo>
                    <a:pt x="2213285" y="3969882"/>
                  </a:lnTo>
                  <a:lnTo>
                    <a:pt x="2213285" y="4759862"/>
                  </a:lnTo>
                  <a:lnTo>
                    <a:pt x="2453791" y="4759862"/>
                  </a:lnTo>
                  <a:lnTo>
                    <a:pt x="2453791" y="4447918"/>
                  </a:lnTo>
                  <a:cubicBezTo>
                    <a:pt x="2453791" y="4371321"/>
                    <a:pt x="2456172" y="4322407"/>
                    <a:pt x="2460935" y="4301174"/>
                  </a:cubicBezTo>
                  <a:cubicBezTo>
                    <a:pt x="2465697" y="4279941"/>
                    <a:pt x="2478397" y="4263371"/>
                    <a:pt x="2499035" y="4251465"/>
                  </a:cubicBezTo>
                  <a:cubicBezTo>
                    <a:pt x="2519673" y="4239559"/>
                    <a:pt x="2552018" y="4233606"/>
                    <a:pt x="2596071" y="4233606"/>
                  </a:cubicBezTo>
                  <a:close/>
                  <a:moveTo>
                    <a:pt x="4968986" y="3864512"/>
                  </a:moveTo>
                  <a:lnTo>
                    <a:pt x="4968986" y="3988932"/>
                  </a:lnTo>
                  <a:lnTo>
                    <a:pt x="4917194" y="3988932"/>
                  </a:lnTo>
                  <a:lnTo>
                    <a:pt x="4917194" y="4113948"/>
                  </a:lnTo>
                  <a:lnTo>
                    <a:pt x="4968986" y="4113948"/>
                  </a:lnTo>
                  <a:lnTo>
                    <a:pt x="4968986" y="4515189"/>
                  </a:lnTo>
                  <a:cubicBezTo>
                    <a:pt x="4968986" y="4593770"/>
                    <a:pt x="4971169" y="4643677"/>
                    <a:pt x="4975535" y="4664910"/>
                  </a:cubicBezTo>
                  <a:cubicBezTo>
                    <a:pt x="4979900" y="4686143"/>
                    <a:pt x="4991013" y="4704994"/>
                    <a:pt x="5008872" y="4721464"/>
                  </a:cubicBezTo>
                  <a:cubicBezTo>
                    <a:pt x="5026732" y="4737935"/>
                    <a:pt x="5047369" y="4748452"/>
                    <a:pt x="5070785" y="4753016"/>
                  </a:cubicBezTo>
                  <a:cubicBezTo>
                    <a:pt x="5094201" y="4757580"/>
                    <a:pt x="5133293" y="4759862"/>
                    <a:pt x="5188061" y="4759862"/>
                  </a:cubicBezTo>
                  <a:lnTo>
                    <a:pt x="5285097" y="4759862"/>
                  </a:lnTo>
                  <a:lnTo>
                    <a:pt x="5285097" y="4632465"/>
                  </a:lnTo>
                  <a:cubicBezTo>
                    <a:pt x="5245807" y="4632465"/>
                    <a:pt x="5223482" y="4629489"/>
                    <a:pt x="5218125" y="4623535"/>
                  </a:cubicBezTo>
                  <a:cubicBezTo>
                    <a:pt x="5212767" y="4617582"/>
                    <a:pt x="5210088" y="4588611"/>
                    <a:pt x="5210088" y="4536620"/>
                  </a:cubicBezTo>
                  <a:lnTo>
                    <a:pt x="5210088" y="4113948"/>
                  </a:lnTo>
                  <a:lnTo>
                    <a:pt x="5274977" y="4113948"/>
                  </a:lnTo>
                  <a:lnTo>
                    <a:pt x="5274977" y="3988932"/>
                  </a:lnTo>
                  <a:lnTo>
                    <a:pt x="5210088" y="3988932"/>
                  </a:lnTo>
                  <a:lnTo>
                    <a:pt x="5210088" y="3864512"/>
                  </a:lnTo>
                  <a:close/>
                  <a:moveTo>
                    <a:pt x="5327960" y="3796051"/>
                  </a:moveTo>
                  <a:lnTo>
                    <a:pt x="5327960" y="3921662"/>
                  </a:lnTo>
                  <a:lnTo>
                    <a:pt x="5575610" y="3921662"/>
                  </a:lnTo>
                  <a:lnTo>
                    <a:pt x="5575610" y="3796051"/>
                  </a:lnTo>
                  <a:close/>
                  <a:moveTo>
                    <a:pt x="4623110" y="3796051"/>
                  </a:moveTo>
                  <a:lnTo>
                    <a:pt x="4623110" y="3921662"/>
                  </a:lnTo>
                  <a:lnTo>
                    <a:pt x="4870760" y="3921662"/>
                  </a:lnTo>
                  <a:lnTo>
                    <a:pt x="4870760" y="3796051"/>
                  </a:lnTo>
                  <a:close/>
                  <a:moveTo>
                    <a:pt x="4291521" y="3796051"/>
                  </a:moveTo>
                  <a:lnTo>
                    <a:pt x="4291521" y="4020037"/>
                  </a:lnTo>
                  <a:cubicBezTo>
                    <a:pt x="4271280" y="3998557"/>
                    <a:pt x="4248757" y="3982446"/>
                    <a:pt x="4223953" y="3971705"/>
                  </a:cubicBezTo>
                  <a:cubicBezTo>
                    <a:pt x="4199148" y="3960965"/>
                    <a:pt x="4171863" y="3955595"/>
                    <a:pt x="4142097" y="3955595"/>
                  </a:cubicBezTo>
                  <a:cubicBezTo>
                    <a:pt x="4103600" y="3955595"/>
                    <a:pt x="4070461" y="3965219"/>
                    <a:pt x="4042680" y="3984467"/>
                  </a:cubicBezTo>
                  <a:cubicBezTo>
                    <a:pt x="4014899" y="4003716"/>
                    <a:pt x="3997139" y="4026040"/>
                    <a:pt x="3989400" y="4051440"/>
                  </a:cubicBezTo>
                  <a:cubicBezTo>
                    <a:pt x="3981660" y="4076840"/>
                    <a:pt x="3977791" y="4119901"/>
                    <a:pt x="3977791" y="4180623"/>
                  </a:cubicBezTo>
                  <a:lnTo>
                    <a:pt x="3977791" y="4550312"/>
                  </a:lnTo>
                  <a:cubicBezTo>
                    <a:pt x="3977791" y="4608653"/>
                    <a:pt x="3981660" y="4650722"/>
                    <a:pt x="3989400" y="4676518"/>
                  </a:cubicBezTo>
                  <a:cubicBezTo>
                    <a:pt x="3997139" y="4702315"/>
                    <a:pt x="4014700" y="4725036"/>
                    <a:pt x="4042085" y="4744682"/>
                  </a:cubicBezTo>
                  <a:cubicBezTo>
                    <a:pt x="4069469" y="4764327"/>
                    <a:pt x="4101814" y="4774150"/>
                    <a:pt x="4139121" y="4774150"/>
                  </a:cubicBezTo>
                  <a:cubicBezTo>
                    <a:pt x="4166902" y="4774150"/>
                    <a:pt x="4193493" y="4768184"/>
                    <a:pt x="4218892" y="4756253"/>
                  </a:cubicBezTo>
                  <a:cubicBezTo>
                    <a:pt x="4244292" y="4744322"/>
                    <a:pt x="4268502" y="4726425"/>
                    <a:pt x="4291521" y="4702563"/>
                  </a:cubicBezTo>
                  <a:lnTo>
                    <a:pt x="4291521" y="4759862"/>
                  </a:lnTo>
                  <a:lnTo>
                    <a:pt x="4532027" y="4759862"/>
                  </a:lnTo>
                  <a:lnTo>
                    <a:pt x="4532027" y="3796051"/>
                  </a:lnTo>
                  <a:close/>
                  <a:moveTo>
                    <a:pt x="3487253" y="3796051"/>
                  </a:moveTo>
                  <a:lnTo>
                    <a:pt x="3487253" y="4759862"/>
                  </a:lnTo>
                  <a:lnTo>
                    <a:pt x="3921832" y="4759862"/>
                  </a:lnTo>
                  <a:lnTo>
                    <a:pt x="3921832" y="4566981"/>
                  </a:lnTo>
                  <a:lnTo>
                    <a:pt x="3737880" y="4566981"/>
                  </a:lnTo>
                  <a:lnTo>
                    <a:pt x="3737880" y="4355050"/>
                  </a:lnTo>
                  <a:lnTo>
                    <a:pt x="3894447" y="4355050"/>
                  </a:lnTo>
                  <a:lnTo>
                    <a:pt x="3894447" y="4171693"/>
                  </a:lnTo>
                  <a:lnTo>
                    <a:pt x="3737880" y="4171693"/>
                  </a:lnTo>
                  <a:lnTo>
                    <a:pt x="3737880" y="3988932"/>
                  </a:lnTo>
                  <a:lnTo>
                    <a:pt x="3905163" y="3988932"/>
                  </a:lnTo>
                  <a:lnTo>
                    <a:pt x="3905163" y="3796051"/>
                  </a:lnTo>
                  <a:close/>
                  <a:moveTo>
                    <a:pt x="1034120" y="3796051"/>
                  </a:moveTo>
                  <a:lnTo>
                    <a:pt x="906276" y="4759862"/>
                  </a:lnTo>
                  <a:lnTo>
                    <a:pt x="1165386" y="4759862"/>
                  </a:lnTo>
                  <a:lnTo>
                    <a:pt x="1180455" y="4586626"/>
                  </a:lnTo>
                  <a:lnTo>
                    <a:pt x="1270105" y="4586626"/>
                  </a:lnTo>
                  <a:lnTo>
                    <a:pt x="1283556" y="4759862"/>
                  </a:lnTo>
                  <a:lnTo>
                    <a:pt x="1539689" y="4759862"/>
                  </a:lnTo>
                  <a:lnTo>
                    <a:pt x="1396367" y="3796051"/>
                  </a:lnTo>
                  <a:close/>
                  <a:moveTo>
                    <a:pt x="2272816" y="2638168"/>
                  </a:moveTo>
                  <a:cubicBezTo>
                    <a:pt x="2287103" y="2638168"/>
                    <a:pt x="2296430" y="2643427"/>
                    <a:pt x="2300796" y="2653944"/>
                  </a:cubicBezTo>
                  <a:cubicBezTo>
                    <a:pt x="2305162" y="2664461"/>
                    <a:pt x="2307344" y="2689961"/>
                    <a:pt x="2307344" y="2730442"/>
                  </a:cubicBezTo>
                  <a:lnTo>
                    <a:pt x="2307344" y="3094773"/>
                  </a:lnTo>
                  <a:cubicBezTo>
                    <a:pt x="2307344" y="3128904"/>
                    <a:pt x="2305062" y="3151130"/>
                    <a:pt x="2300498" y="3161448"/>
                  </a:cubicBezTo>
                  <a:cubicBezTo>
                    <a:pt x="2295934" y="3171767"/>
                    <a:pt x="2286509" y="3176926"/>
                    <a:pt x="2272221" y="3176926"/>
                  </a:cubicBezTo>
                  <a:cubicBezTo>
                    <a:pt x="2258330" y="3176926"/>
                    <a:pt x="2249003" y="3171271"/>
                    <a:pt x="2244241" y="3159960"/>
                  </a:cubicBezTo>
                  <a:cubicBezTo>
                    <a:pt x="2239478" y="3148649"/>
                    <a:pt x="2237097" y="3124340"/>
                    <a:pt x="2237097" y="3087034"/>
                  </a:cubicBezTo>
                  <a:lnTo>
                    <a:pt x="2237097" y="2730442"/>
                  </a:lnTo>
                  <a:cubicBezTo>
                    <a:pt x="2237097" y="2689961"/>
                    <a:pt x="2239478" y="2664461"/>
                    <a:pt x="2244241" y="2653944"/>
                  </a:cubicBezTo>
                  <a:cubicBezTo>
                    <a:pt x="2249003" y="2643427"/>
                    <a:pt x="2258529" y="2638168"/>
                    <a:pt x="2272816" y="2638168"/>
                  </a:cubicBezTo>
                  <a:close/>
                  <a:moveTo>
                    <a:pt x="3499160" y="2512558"/>
                  </a:moveTo>
                  <a:lnTo>
                    <a:pt x="3499160" y="3302537"/>
                  </a:lnTo>
                  <a:lnTo>
                    <a:pt x="3746810" y="3302537"/>
                  </a:lnTo>
                  <a:lnTo>
                    <a:pt x="3746810" y="2512558"/>
                  </a:lnTo>
                  <a:close/>
                  <a:moveTo>
                    <a:pt x="1213755" y="2503628"/>
                  </a:moveTo>
                  <a:cubicBezTo>
                    <a:pt x="1246299" y="2503628"/>
                    <a:pt x="1267730" y="2508589"/>
                    <a:pt x="1278049" y="2518511"/>
                  </a:cubicBezTo>
                  <a:cubicBezTo>
                    <a:pt x="1288368" y="2528433"/>
                    <a:pt x="1293527" y="2549864"/>
                    <a:pt x="1293527" y="2582804"/>
                  </a:cubicBezTo>
                  <a:lnTo>
                    <a:pt x="1293527" y="2661981"/>
                  </a:lnTo>
                  <a:cubicBezTo>
                    <a:pt x="1293527" y="2697700"/>
                    <a:pt x="1289062" y="2721214"/>
                    <a:pt x="1280133" y="2732525"/>
                  </a:cubicBezTo>
                  <a:cubicBezTo>
                    <a:pt x="1271203" y="2743837"/>
                    <a:pt x="1255229" y="2749492"/>
                    <a:pt x="1232210" y="2749492"/>
                  </a:cubicBezTo>
                  <a:cubicBezTo>
                    <a:pt x="1227051" y="2749492"/>
                    <a:pt x="1220899" y="2749293"/>
                    <a:pt x="1213755" y="2748897"/>
                  </a:cubicBezTo>
                  <a:close/>
                  <a:moveTo>
                    <a:pt x="2264482" y="2498270"/>
                  </a:moveTo>
                  <a:cubicBezTo>
                    <a:pt x="2200188" y="2498270"/>
                    <a:pt x="2147404" y="2510772"/>
                    <a:pt x="2106128" y="2535775"/>
                  </a:cubicBezTo>
                  <a:cubicBezTo>
                    <a:pt x="2064854" y="2560778"/>
                    <a:pt x="2036279" y="2593917"/>
                    <a:pt x="2020404" y="2635192"/>
                  </a:cubicBezTo>
                  <a:cubicBezTo>
                    <a:pt x="2004529" y="2676467"/>
                    <a:pt x="1996591" y="2733815"/>
                    <a:pt x="1996591" y="2807237"/>
                  </a:cubicBezTo>
                  <a:lnTo>
                    <a:pt x="1996591" y="3009643"/>
                  </a:lnTo>
                  <a:cubicBezTo>
                    <a:pt x="1996591" y="3076715"/>
                    <a:pt x="2000957" y="3127019"/>
                    <a:pt x="2009688" y="3160555"/>
                  </a:cubicBezTo>
                  <a:cubicBezTo>
                    <a:pt x="2018419" y="3194091"/>
                    <a:pt x="2033005" y="3222666"/>
                    <a:pt x="2053443" y="3246280"/>
                  </a:cubicBezTo>
                  <a:cubicBezTo>
                    <a:pt x="2073883" y="3269894"/>
                    <a:pt x="2102557" y="3287555"/>
                    <a:pt x="2139467" y="3299263"/>
                  </a:cubicBezTo>
                  <a:cubicBezTo>
                    <a:pt x="2176376" y="3310971"/>
                    <a:pt x="2221421" y="3316825"/>
                    <a:pt x="2274602" y="3316825"/>
                  </a:cubicBezTo>
                  <a:cubicBezTo>
                    <a:pt x="2322227" y="3316825"/>
                    <a:pt x="2364395" y="3309978"/>
                    <a:pt x="2401106" y="3296286"/>
                  </a:cubicBezTo>
                  <a:cubicBezTo>
                    <a:pt x="2437817" y="3282594"/>
                    <a:pt x="2467880" y="3261361"/>
                    <a:pt x="2491296" y="3232588"/>
                  </a:cubicBezTo>
                  <a:cubicBezTo>
                    <a:pt x="2514711" y="3203815"/>
                    <a:pt x="2529991" y="3172858"/>
                    <a:pt x="2537135" y="3139719"/>
                  </a:cubicBezTo>
                  <a:cubicBezTo>
                    <a:pt x="2544278" y="3106580"/>
                    <a:pt x="2547851" y="3054490"/>
                    <a:pt x="2547851" y="2983450"/>
                  </a:cubicBezTo>
                  <a:lnTo>
                    <a:pt x="2547851" y="2789973"/>
                  </a:lnTo>
                  <a:cubicBezTo>
                    <a:pt x="2547851" y="2734014"/>
                    <a:pt x="2543981" y="2692342"/>
                    <a:pt x="2536242" y="2664958"/>
                  </a:cubicBezTo>
                  <a:cubicBezTo>
                    <a:pt x="2528503" y="2637573"/>
                    <a:pt x="2514116" y="2610983"/>
                    <a:pt x="2493082" y="2585186"/>
                  </a:cubicBezTo>
                  <a:cubicBezTo>
                    <a:pt x="2472047" y="2559389"/>
                    <a:pt x="2442183" y="2538454"/>
                    <a:pt x="2403487" y="2522380"/>
                  </a:cubicBezTo>
                  <a:cubicBezTo>
                    <a:pt x="2364792" y="2506307"/>
                    <a:pt x="2318457" y="2498270"/>
                    <a:pt x="2264482" y="2498270"/>
                  </a:cubicBezTo>
                  <a:close/>
                  <a:moveTo>
                    <a:pt x="1948371" y="2498270"/>
                  </a:moveTo>
                  <a:cubicBezTo>
                    <a:pt x="1882093" y="2502648"/>
                    <a:pt x="1831491" y="2542038"/>
                    <a:pt x="1796566" y="2616440"/>
                  </a:cubicBezTo>
                  <a:lnTo>
                    <a:pt x="1806091" y="2512558"/>
                  </a:lnTo>
                  <a:lnTo>
                    <a:pt x="1565585" y="2512558"/>
                  </a:lnTo>
                  <a:lnTo>
                    <a:pt x="1565585" y="3302537"/>
                  </a:lnTo>
                  <a:lnTo>
                    <a:pt x="1806091" y="3302537"/>
                  </a:lnTo>
                  <a:lnTo>
                    <a:pt x="1806091" y="2990593"/>
                  </a:lnTo>
                  <a:cubicBezTo>
                    <a:pt x="1806091" y="2913996"/>
                    <a:pt x="1808472" y="2865082"/>
                    <a:pt x="1813235" y="2843849"/>
                  </a:cubicBezTo>
                  <a:cubicBezTo>
                    <a:pt x="1817997" y="2822616"/>
                    <a:pt x="1830697" y="2806047"/>
                    <a:pt x="1851335" y="2794141"/>
                  </a:cubicBezTo>
                  <a:cubicBezTo>
                    <a:pt x="1871972" y="2782234"/>
                    <a:pt x="1904318" y="2776281"/>
                    <a:pt x="1948371" y="2776281"/>
                  </a:cubicBezTo>
                  <a:close/>
                  <a:moveTo>
                    <a:pt x="5479169" y="2468504"/>
                  </a:moveTo>
                  <a:cubicBezTo>
                    <a:pt x="5497425" y="2468504"/>
                    <a:pt x="5509034" y="2474954"/>
                    <a:pt x="5513995" y="2487852"/>
                  </a:cubicBezTo>
                  <a:cubicBezTo>
                    <a:pt x="5518956" y="2500750"/>
                    <a:pt x="5521436" y="2532798"/>
                    <a:pt x="5521436" y="2583995"/>
                  </a:cubicBezTo>
                  <a:lnTo>
                    <a:pt x="5521436" y="3061435"/>
                  </a:lnTo>
                  <a:cubicBezTo>
                    <a:pt x="5521436" y="3108664"/>
                    <a:pt x="5518658" y="3139025"/>
                    <a:pt x="5513102" y="3152519"/>
                  </a:cubicBezTo>
                  <a:cubicBezTo>
                    <a:pt x="5507546" y="3166012"/>
                    <a:pt x="5495838" y="3172759"/>
                    <a:pt x="5477979" y="3172759"/>
                  </a:cubicBezTo>
                  <a:cubicBezTo>
                    <a:pt x="5460119" y="3172759"/>
                    <a:pt x="5448511" y="3167004"/>
                    <a:pt x="5443153" y="3155495"/>
                  </a:cubicBezTo>
                  <a:cubicBezTo>
                    <a:pt x="5437795" y="3143986"/>
                    <a:pt x="5435116" y="3110251"/>
                    <a:pt x="5435116" y="3054292"/>
                  </a:cubicBezTo>
                  <a:lnTo>
                    <a:pt x="5435116" y="2583995"/>
                  </a:lnTo>
                  <a:cubicBezTo>
                    <a:pt x="5435116" y="2534386"/>
                    <a:pt x="5437993" y="2502735"/>
                    <a:pt x="5443748" y="2489043"/>
                  </a:cubicBezTo>
                  <a:cubicBezTo>
                    <a:pt x="5449503" y="2475351"/>
                    <a:pt x="5461310" y="2468504"/>
                    <a:pt x="5479169" y="2468504"/>
                  </a:cubicBezTo>
                  <a:close/>
                  <a:moveTo>
                    <a:pt x="3131257" y="2468504"/>
                  </a:moveTo>
                  <a:cubicBezTo>
                    <a:pt x="3148323" y="2468504"/>
                    <a:pt x="3160527" y="2475053"/>
                    <a:pt x="3167868" y="2488150"/>
                  </a:cubicBezTo>
                  <a:cubicBezTo>
                    <a:pt x="3175211" y="2501247"/>
                    <a:pt x="3178882" y="2529028"/>
                    <a:pt x="3178882" y="2571494"/>
                  </a:cubicBezTo>
                  <a:lnTo>
                    <a:pt x="3178882" y="2745920"/>
                  </a:lnTo>
                  <a:cubicBezTo>
                    <a:pt x="3178882" y="2781242"/>
                    <a:pt x="3175012" y="2804955"/>
                    <a:pt x="3167274" y="2817060"/>
                  </a:cubicBezTo>
                  <a:cubicBezTo>
                    <a:pt x="3159534" y="2829165"/>
                    <a:pt x="3147330" y="2835217"/>
                    <a:pt x="3130661" y="2835217"/>
                  </a:cubicBezTo>
                  <a:cubicBezTo>
                    <a:pt x="3119549" y="2835217"/>
                    <a:pt x="3108734" y="2830454"/>
                    <a:pt x="3098217" y="2820929"/>
                  </a:cubicBezTo>
                  <a:cubicBezTo>
                    <a:pt x="3087700" y="2811404"/>
                    <a:pt x="3082441" y="2786401"/>
                    <a:pt x="3082441" y="2745920"/>
                  </a:cubicBezTo>
                  <a:lnTo>
                    <a:pt x="3082441" y="2565540"/>
                  </a:lnTo>
                  <a:cubicBezTo>
                    <a:pt x="3082441" y="2521090"/>
                    <a:pt x="3087997" y="2493805"/>
                    <a:pt x="3099110" y="2483685"/>
                  </a:cubicBezTo>
                  <a:cubicBezTo>
                    <a:pt x="3110222" y="2473565"/>
                    <a:pt x="3120938" y="2468504"/>
                    <a:pt x="3131257" y="2468504"/>
                  </a:cubicBezTo>
                  <a:close/>
                  <a:moveTo>
                    <a:pt x="4957080" y="2338726"/>
                  </a:moveTo>
                  <a:cubicBezTo>
                    <a:pt x="4896755" y="2416588"/>
                    <a:pt x="4808450" y="2468033"/>
                    <a:pt x="4692166" y="2493061"/>
                  </a:cubicBezTo>
                  <a:lnTo>
                    <a:pt x="4692166" y="2605426"/>
                  </a:lnTo>
                  <a:lnTo>
                    <a:pt x="4715978" y="2605426"/>
                  </a:lnTo>
                  <a:cubicBezTo>
                    <a:pt x="4771541" y="2605426"/>
                    <a:pt x="4807359" y="2609296"/>
                    <a:pt x="4823432" y="2617035"/>
                  </a:cubicBezTo>
                  <a:cubicBezTo>
                    <a:pt x="4839506" y="2624774"/>
                    <a:pt x="4849328" y="2636184"/>
                    <a:pt x="4852900" y="2651265"/>
                  </a:cubicBezTo>
                  <a:cubicBezTo>
                    <a:pt x="4856472" y="2666347"/>
                    <a:pt x="4858258" y="2711193"/>
                    <a:pt x="4858258" y="2785806"/>
                  </a:cubicBezTo>
                  <a:lnTo>
                    <a:pt x="4858258" y="3302537"/>
                  </a:lnTo>
                  <a:lnTo>
                    <a:pt x="5098764" y="3302537"/>
                  </a:lnTo>
                  <a:lnTo>
                    <a:pt x="5098764" y="2338726"/>
                  </a:lnTo>
                  <a:close/>
                  <a:moveTo>
                    <a:pt x="3499160" y="2338726"/>
                  </a:moveTo>
                  <a:lnTo>
                    <a:pt x="3499160" y="2464337"/>
                  </a:lnTo>
                  <a:lnTo>
                    <a:pt x="3746810" y="2464337"/>
                  </a:lnTo>
                  <a:lnTo>
                    <a:pt x="3746810" y="2338726"/>
                  </a:lnTo>
                  <a:close/>
                  <a:moveTo>
                    <a:pt x="963129" y="2338726"/>
                  </a:moveTo>
                  <a:lnTo>
                    <a:pt x="963129" y="3302537"/>
                  </a:lnTo>
                  <a:lnTo>
                    <a:pt x="1213755" y="3302537"/>
                  </a:lnTo>
                  <a:lnTo>
                    <a:pt x="1213755" y="2914394"/>
                  </a:lnTo>
                  <a:lnTo>
                    <a:pt x="1281026" y="2914394"/>
                  </a:lnTo>
                  <a:cubicBezTo>
                    <a:pt x="1335794" y="2914394"/>
                    <a:pt x="1380145" y="2906853"/>
                    <a:pt x="1414078" y="2891772"/>
                  </a:cubicBezTo>
                  <a:cubicBezTo>
                    <a:pt x="1448011" y="2876691"/>
                    <a:pt x="1471327" y="2855061"/>
                    <a:pt x="1484027" y="2826882"/>
                  </a:cubicBezTo>
                  <a:cubicBezTo>
                    <a:pt x="1496727" y="2798705"/>
                    <a:pt x="1503077" y="2753857"/>
                    <a:pt x="1503077" y="2692342"/>
                  </a:cubicBezTo>
                  <a:lnTo>
                    <a:pt x="1503077" y="2608403"/>
                  </a:lnTo>
                  <a:cubicBezTo>
                    <a:pt x="1503077" y="2548078"/>
                    <a:pt x="1499803" y="2503529"/>
                    <a:pt x="1493254" y="2474755"/>
                  </a:cubicBezTo>
                  <a:cubicBezTo>
                    <a:pt x="1486706" y="2445982"/>
                    <a:pt x="1474204" y="2421475"/>
                    <a:pt x="1455750" y="2401234"/>
                  </a:cubicBezTo>
                  <a:cubicBezTo>
                    <a:pt x="1437295" y="2380993"/>
                    <a:pt x="1409712" y="2365515"/>
                    <a:pt x="1373001" y="2354800"/>
                  </a:cubicBezTo>
                  <a:cubicBezTo>
                    <a:pt x="1336290" y="2344084"/>
                    <a:pt x="1283804" y="2338726"/>
                    <a:pt x="1215541" y="2338726"/>
                  </a:cubicBezTo>
                  <a:close/>
                  <a:moveTo>
                    <a:pt x="5473811" y="2320272"/>
                  </a:moveTo>
                  <a:cubicBezTo>
                    <a:pt x="5409121" y="2320272"/>
                    <a:pt x="5354054" y="2333567"/>
                    <a:pt x="5308612" y="2360158"/>
                  </a:cubicBezTo>
                  <a:cubicBezTo>
                    <a:pt x="5263170" y="2386748"/>
                    <a:pt x="5232809" y="2422070"/>
                    <a:pt x="5217529" y="2466123"/>
                  </a:cubicBezTo>
                  <a:cubicBezTo>
                    <a:pt x="5202250" y="2510176"/>
                    <a:pt x="5194610" y="2576454"/>
                    <a:pt x="5194610" y="2664958"/>
                  </a:cubicBezTo>
                  <a:lnTo>
                    <a:pt x="5194610" y="3001309"/>
                  </a:lnTo>
                  <a:cubicBezTo>
                    <a:pt x="5194610" y="3069175"/>
                    <a:pt x="5199372" y="3118685"/>
                    <a:pt x="5208897" y="3149839"/>
                  </a:cubicBezTo>
                  <a:cubicBezTo>
                    <a:pt x="5218422" y="3180994"/>
                    <a:pt x="5234496" y="3210661"/>
                    <a:pt x="5257118" y="3238839"/>
                  </a:cubicBezTo>
                  <a:cubicBezTo>
                    <a:pt x="5279739" y="3267017"/>
                    <a:pt x="5310100" y="3287754"/>
                    <a:pt x="5348200" y="3301049"/>
                  </a:cubicBezTo>
                  <a:cubicBezTo>
                    <a:pt x="5386300" y="3314344"/>
                    <a:pt x="5434124" y="3320992"/>
                    <a:pt x="5491671" y="3320992"/>
                  </a:cubicBezTo>
                  <a:cubicBezTo>
                    <a:pt x="5535327" y="3320992"/>
                    <a:pt x="5574816" y="3314642"/>
                    <a:pt x="5610138" y="3301942"/>
                  </a:cubicBezTo>
                  <a:cubicBezTo>
                    <a:pt x="5645460" y="3289242"/>
                    <a:pt x="5675622" y="3268406"/>
                    <a:pt x="5700625" y="3239434"/>
                  </a:cubicBezTo>
                  <a:cubicBezTo>
                    <a:pt x="5725628" y="3210462"/>
                    <a:pt x="5742099" y="3179307"/>
                    <a:pt x="5750036" y="3145970"/>
                  </a:cubicBezTo>
                  <a:cubicBezTo>
                    <a:pt x="5757974" y="3112633"/>
                    <a:pt x="5761942" y="3059451"/>
                    <a:pt x="5761942" y="2986426"/>
                  </a:cubicBezTo>
                  <a:lnTo>
                    <a:pt x="5761942" y="2664958"/>
                  </a:lnTo>
                  <a:cubicBezTo>
                    <a:pt x="5761942" y="2591932"/>
                    <a:pt x="5758272" y="2538751"/>
                    <a:pt x="5750929" y="2505414"/>
                  </a:cubicBezTo>
                  <a:cubicBezTo>
                    <a:pt x="5743587" y="2472076"/>
                    <a:pt x="5729597" y="2442112"/>
                    <a:pt x="5708960" y="2415522"/>
                  </a:cubicBezTo>
                  <a:cubicBezTo>
                    <a:pt x="5688322" y="2388931"/>
                    <a:pt x="5657168" y="2366408"/>
                    <a:pt x="5615496" y="2347954"/>
                  </a:cubicBezTo>
                  <a:cubicBezTo>
                    <a:pt x="5573824" y="2329499"/>
                    <a:pt x="5526596" y="2320272"/>
                    <a:pt x="5473811" y="2320272"/>
                  </a:cubicBezTo>
                  <a:close/>
                  <a:moveTo>
                    <a:pt x="3120541" y="2320272"/>
                  </a:moveTo>
                  <a:cubicBezTo>
                    <a:pt x="3068551" y="2320272"/>
                    <a:pt x="3022910" y="2328011"/>
                    <a:pt x="2983619" y="2343489"/>
                  </a:cubicBezTo>
                  <a:cubicBezTo>
                    <a:pt x="2944329" y="2358967"/>
                    <a:pt x="2913571" y="2380696"/>
                    <a:pt x="2891346" y="2408675"/>
                  </a:cubicBezTo>
                  <a:cubicBezTo>
                    <a:pt x="2869121" y="2436655"/>
                    <a:pt x="2855329" y="2467115"/>
                    <a:pt x="2849972" y="2500056"/>
                  </a:cubicBezTo>
                  <a:cubicBezTo>
                    <a:pt x="2844614" y="2532997"/>
                    <a:pt x="2841935" y="2583201"/>
                    <a:pt x="2841935" y="2650670"/>
                  </a:cubicBezTo>
                  <a:lnTo>
                    <a:pt x="2841935" y="2727465"/>
                  </a:lnTo>
                  <a:cubicBezTo>
                    <a:pt x="2841935" y="2784218"/>
                    <a:pt x="2846499" y="2829264"/>
                    <a:pt x="2855627" y="2862601"/>
                  </a:cubicBezTo>
                  <a:cubicBezTo>
                    <a:pt x="2864755" y="2895939"/>
                    <a:pt x="2886186" y="2924514"/>
                    <a:pt x="2919921" y="2948326"/>
                  </a:cubicBezTo>
                  <a:cubicBezTo>
                    <a:pt x="2953655" y="2972139"/>
                    <a:pt x="2992549" y="2984045"/>
                    <a:pt x="3036602" y="2984045"/>
                  </a:cubicBezTo>
                  <a:cubicBezTo>
                    <a:pt x="3071924" y="2984045"/>
                    <a:pt x="3101491" y="2977596"/>
                    <a:pt x="3125304" y="2964697"/>
                  </a:cubicBezTo>
                  <a:cubicBezTo>
                    <a:pt x="3149116" y="2951799"/>
                    <a:pt x="3166976" y="2932451"/>
                    <a:pt x="3178882" y="2906654"/>
                  </a:cubicBezTo>
                  <a:lnTo>
                    <a:pt x="3178882" y="3060245"/>
                  </a:lnTo>
                  <a:cubicBezTo>
                    <a:pt x="3178882" y="3096361"/>
                    <a:pt x="3178386" y="3120372"/>
                    <a:pt x="3177394" y="3132278"/>
                  </a:cubicBezTo>
                  <a:cubicBezTo>
                    <a:pt x="3176401" y="3144184"/>
                    <a:pt x="3171936" y="3153908"/>
                    <a:pt x="3163999" y="3161448"/>
                  </a:cubicBezTo>
                  <a:cubicBezTo>
                    <a:pt x="3156062" y="3168989"/>
                    <a:pt x="3145941" y="3172759"/>
                    <a:pt x="3133638" y="3172759"/>
                  </a:cubicBezTo>
                  <a:cubicBezTo>
                    <a:pt x="3118954" y="3172759"/>
                    <a:pt x="3107345" y="3168790"/>
                    <a:pt x="3098812" y="3160853"/>
                  </a:cubicBezTo>
                  <a:cubicBezTo>
                    <a:pt x="3090279" y="3152916"/>
                    <a:pt x="3085417" y="3143093"/>
                    <a:pt x="3084227" y="3131385"/>
                  </a:cubicBezTo>
                  <a:cubicBezTo>
                    <a:pt x="3083037" y="3119677"/>
                    <a:pt x="3082441" y="3091400"/>
                    <a:pt x="3082441" y="3046553"/>
                  </a:cubicBezTo>
                  <a:lnTo>
                    <a:pt x="2841935" y="3046553"/>
                  </a:lnTo>
                  <a:cubicBezTo>
                    <a:pt x="2841935" y="3106878"/>
                    <a:pt x="2851361" y="3156884"/>
                    <a:pt x="2870212" y="3196572"/>
                  </a:cubicBezTo>
                  <a:cubicBezTo>
                    <a:pt x="2889064" y="3236259"/>
                    <a:pt x="2920020" y="3267017"/>
                    <a:pt x="2963081" y="3288845"/>
                  </a:cubicBezTo>
                  <a:cubicBezTo>
                    <a:pt x="3006142" y="3310673"/>
                    <a:pt x="3061605" y="3321587"/>
                    <a:pt x="3129471" y="3321587"/>
                  </a:cubicBezTo>
                  <a:cubicBezTo>
                    <a:pt x="3184240" y="3321587"/>
                    <a:pt x="3232460" y="3312955"/>
                    <a:pt x="3274132" y="3295691"/>
                  </a:cubicBezTo>
                  <a:cubicBezTo>
                    <a:pt x="3315803" y="3278427"/>
                    <a:pt x="3348843" y="3252531"/>
                    <a:pt x="3373251" y="3218003"/>
                  </a:cubicBezTo>
                  <a:cubicBezTo>
                    <a:pt x="3397659" y="3183475"/>
                    <a:pt x="3411450" y="3146863"/>
                    <a:pt x="3414625" y="3108168"/>
                  </a:cubicBezTo>
                  <a:cubicBezTo>
                    <a:pt x="3417800" y="3069472"/>
                    <a:pt x="3419388" y="2992777"/>
                    <a:pt x="3419388" y="2878080"/>
                  </a:cubicBezTo>
                  <a:lnTo>
                    <a:pt x="3419388" y="2744134"/>
                  </a:lnTo>
                  <a:cubicBezTo>
                    <a:pt x="3419388" y="2638168"/>
                    <a:pt x="3417602" y="2566731"/>
                    <a:pt x="3414030" y="2529822"/>
                  </a:cubicBezTo>
                  <a:cubicBezTo>
                    <a:pt x="3410458" y="2492912"/>
                    <a:pt x="3397362" y="2457690"/>
                    <a:pt x="3374739" y="2424154"/>
                  </a:cubicBezTo>
                  <a:cubicBezTo>
                    <a:pt x="3352118" y="2390618"/>
                    <a:pt x="3320169" y="2364920"/>
                    <a:pt x="3278894" y="2347061"/>
                  </a:cubicBezTo>
                  <a:cubicBezTo>
                    <a:pt x="3237619" y="2329201"/>
                    <a:pt x="3184835" y="2320272"/>
                    <a:pt x="3120541" y="2320272"/>
                  </a:cubicBezTo>
                  <a:close/>
                  <a:moveTo>
                    <a:pt x="4334383" y="2318486"/>
                  </a:moveTo>
                  <a:cubicBezTo>
                    <a:pt x="4259771" y="2318486"/>
                    <a:pt x="4198950" y="2335849"/>
                    <a:pt x="4151920" y="2370575"/>
                  </a:cubicBezTo>
                  <a:cubicBezTo>
                    <a:pt x="4104890" y="2405302"/>
                    <a:pt x="4076414" y="2443501"/>
                    <a:pt x="4066492" y="2485173"/>
                  </a:cubicBezTo>
                  <a:cubicBezTo>
                    <a:pt x="4056571" y="2526845"/>
                    <a:pt x="4051610" y="2593718"/>
                    <a:pt x="4051610" y="2685794"/>
                  </a:cubicBezTo>
                  <a:lnTo>
                    <a:pt x="4051610" y="2972139"/>
                  </a:lnTo>
                  <a:cubicBezTo>
                    <a:pt x="4051610" y="3038417"/>
                    <a:pt x="4053992" y="3088125"/>
                    <a:pt x="4058758" y="3121264"/>
                  </a:cubicBezTo>
                  <a:cubicBezTo>
                    <a:pt x="4063524" y="3154404"/>
                    <a:pt x="4075439" y="3186055"/>
                    <a:pt x="4094505" y="3216217"/>
                  </a:cubicBezTo>
                  <a:cubicBezTo>
                    <a:pt x="4113570" y="3246379"/>
                    <a:pt x="4141471" y="3271680"/>
                    <a:pt x="4178207" y="3292119"/>
                  </a:cubicBezTo>
                  <a:cubicBezTo>
                    <a:pt x="4214942" y="3312558"/>
                    <a:pt x="4254363" y="3322778"/>
                    <a:pt x="4296469" y="3322778"/>
                  </a:cubicBezTo>
                  <a:cubicBezTo>
                    <a:pt x="4331816" y="3322778"/>
                    <a:pt x="4362496" y="3315336"/>
                    <a:pt x="4388510" y="3300454"/>
                  </a:cubicBezTo>
                  <a:cubicBezTo>
                    <a:pt x="4414524" y="3285571"/>
                    <a:pt x="4436070" y="3263246"/>
                    <a:pt x="4453148" y="3233481"/>
                  </a:cubicBezTo>
                  <a:lnTo>
                    <a:pt x="4476328" y="3302537"/>
                  </a:lnTo>
                  <a:lnTo>
                    <a:pt x="4633825" y="3302537"/>
                  </a:lnTo>
                  <a:lnTo>
                    <a:pt x="4633825" y="2785211"/>
                  </a:lnTo>
                  <a:lnTo>
                    <a:pt x="4340336" y="2785211"/>
                  </a:lnTo>
                  <a:lnTo>
                    <a:pt x="4340336" y="2931657"/>
                  </a:lnTo>
                  <a:lnTo>
                    <a:pt x="4390938" y="2931657"/>
                  </a:lnTo>
                  <a:lnTo>
                    <a:pt x="4390938" y="3045957"/>
                  </a:lnTo>
                  <a:cubicBezTo>
                    <a:pt x="4390938" y="3090804"/>
                    <a:pt x="4387664" y="3120967"/>
                    <a:pt x="4381115" y="3136445"/>
                  </a:cubicBezTo>
                  <a:cubicBezTo>
                    <a:pt x="4374567" y="3151923"/>
                    <a:pt x="4362164" y="3159662"/>
                    <a:pt x="4343908" y="3159662"/>
                  </a:cubicBezTo>
                  <a:cubicBezTo>
                    <a:pt x="4327239" y="3159662"/>
                    <a:pt x="4316127" y="3152816"/>
                    <a:pt x="4310571" y="3139124"/>
                  </a:cubicBezTo>
                  <a:cubicBezTo>
                    <a:pt x="4305014" y="3125432"/>
                    <a:pt x="4302236" y="3096956"/>
                    <a:pt x="4302236" y="3053696"/>
                  </a:cubicBezTo>
                  <a:lnTo>
                    <a:pt x="4302236" y="2591139"/>
                  </a:lnTo>
                  <a:cubicBezTo>
                    <a:pt x="4302236" y="2541926"/>
                    <a:pt x="4305014" y="2511367"/>
                    <a:pt x="4310571" y="2499461"/>
                  </a:cubicBezTo>
                  <a:cubicBezTo>
                    <a:pt x="4316127" y="2487555"/>
                    <a:pt x="4326644" y="2481601"/>
                    <a:pt x="4342122" y="2481601"/>
                  </a:cubicBezTo>
                  <a:cubicBezTo>
                    <a:pt x="4359982" y="2481601"/>
                    <a:pt x="4371292" y="2488546"/>
                    <a:pt x="4376055" y="2502437"/>
                  </a:cubicBezTo>
                  <a:cubicBezTo>
                    <a:pt x="4380817" y="2516328"/>
                    <a:pt x="4383199" y="2550856"/>
                    <a:pt x="4383199" y="2606022"/>
                  </a:cubicBezTo>
                  <a:lnTo>
                    <a:pt x="4383199" y="2693533"/>
                  </a:lnTo>
                  <a:lnTo>
                    <a:pt x="4633825" y="2693533"/>
                  </a:lnTo>
                  <a:lnTo>
                    <a:pt x="4633825" y="2651861"/>
                  </a:lnTo>
                  <a:cubicBezTo>
                    <a:pt x="4633825" y="2572883"/>
                    <a:pt x="4626483" y="2512657"/>
                    <a:pt x="4611799" y="2471183"/>
                  </a:cubicBezTo>
                  <a:cubicBezTo>
                    <a:pt x="4597114" y="2429710"/>
                    <a:pt x="4565563" y="2393892"/>
                    <a:pt x="4517144" y="2363729"/>
                  </a:cubicBezTo>
                  <a:cubicBezTo>
                    <a:pt x="4468725" y="2333567"/>
                    <a:pt x="4407805" y="2318486"/>
                    <a:pt x="4334383" y="2318486"/>
                  </a:cubicBezTo>
                  <a:close/>
                  <a:moveTo>
                    <a:pt x="6743017" y="1460045"/>
                  </a:moveTo>
                  <a:lnTo>
                    <a:pt x="6743017" y="1622565"/>
                  </a:lnTo>
                  <a:cubicBezTo>
                    <a:pt x="6743017" y="1662253"/>
                    <a:pt x="6740735" y="1686760"/>
                    <a:pt x="6736171" y="1696087"/>
                  </a:cubicBezTo>
                  <a:cubicBezTo>
                    <a:pt x="6731607" y="1705413"/>
                    <a:pt x="6721784" y="1710076"/>
                    <a:pt x="6706703" y="1710076"/>
                  </a:cubicBezTo>
                  <a:cubicBezTo>
                    <a:pt x="6690828" y="1710076"/>
                    <a:pt x="6680212" y="1704123"/>
                    <a:pt x="6674854" y="1692217"/>
                  </a:cubicBezTo>
                  <a:cubicBezTo>
                    <a:pt x="6669496" y="1680311"/>
                    <a:pt x="6666817" y="1653919"/>
                    <a:pt x="6666817" y="1613040"/>
                  </a:cubicBezTo>
                  <a:cubicBezTo>
                    <a:pt x="6666817" y="1577321"/>
                    <a:pt x="6669893" y="1549937"/>
                    <a:pt x="6676045" y="1530887"/>
                  </a:cubicBezTo>
                  <a:cubicBezTo>
                    <a:pt x="6682196" y="1511837"/>
                    <a:pt x="6704520" y="1488223"/>
                    <a:pt x="6743017" y="1460045"/>
                  </a:cubicBezTo>
                  <a:close/>
                  <a:moveTo>
                    <a:pt x="6094722" y="1171319"/>
                  </a:moveTo>
                  <a:cubicBezTo>
                    <a:pt x="6109010" y="1171319"/>
                    <a:pt x="6118237" y="1176279"/>
                    <a:pt x="6122404" y="1186201"/>
                  </a:cubicBezTo>
                  <a:cubicBezTo>
                    <a:pt x="6126571" y="1196123"/>
                    <a:pt x="6128655" y="1219142"/>
                    <a:pt x="6128655" y="1255257"/>
                  </a:cubicBezTo>
                  <a:lnTo>
                    <a:pt x="6128655" y="1499931"/>
                  </a:lnTo>
                  <a:cubicBezTo>
                    <a:pt x="6128655" y="1544778"/>
                    <a:pt x="6126274" y="1573551"/>
                    <a:pt x="6121511" y="1586251"/>
                  </a:cubicBezTo>
                  <a:cubicBezTo>
                    <a:pt x="6116749" y="1598951"/>
                    <a:pt x="6106430" y="1605301"/>
                    <a:pt x="6090555" y="1605301"/>
                  </a:cubicBezTo>
                  <a:cubicBezTo>
                    <a:pt x="6076664" y="1605301"/>
                    <a:pt x="6067536" y="1600043"/>
                    <a:pt x="6063170" y="1589525"/>
                  </a:cubicBezTo>
                  <a:cubicBezTo>
                    <a:pt x="6058805" y="1579008"/>
                    <a:pt x="6056622" y="1556089"/>
                    <a:pt x="6056622" y="1520767"/>
                  </a:cubicBezTo>
                  <a:lnTo>
                    <a:pt x="6056622" y="1255257"/>
                  </a:lnTo>
                  <a:cubicBezTo>
                    <a:pt x="6056622" y="1221920"/>
                    <a:pt x="6059499" y="1199596"/>
                    <a:pt x="6065254" y="1188285"/>
                  </a:cubicBezTo>
                  <a:cubicBezTo>
                    <a:pt x="6071009" y="1176974"/>
                    <a:pt x="6080832" y="1171319"/>
                    <a:pt x="6094722" y="1171319"/>
                  </a:cubicBezTo>
                  <a:close/>
                  <a:moveTo>
                    <a:pt x="5473216" y="1171319"/>
                  </a:moveTo>
                  <a:cubicBezTo>
                    <a:pt x="5487504" y="1171319"/>
                    <a:pt x="5496830" y="1176577"/>
                    <a:pt x="5501196" y="1187094"/>
                  </a:cubicBezTo>
                  <a:cubicBezTo>
                    <a:pt x="5505561" y="1197611"/>
                    <a:pt x="5507744" y="1223111"/>
                    <a:pt x="5507744" y="1263592"/>
                  </a:cubicBezTo>
                  <a:lnTo>
                    <a:pt x="5507744" y="1627923"/>
                  </a:lnTo>
                  <a:cubicBezTo>
                    <a:pt x="5507744" y="1662054"/>
                    <a:pt x="5505462" y="1684279"/>
                    <a:pt x="5500898" y="1694598"/>
                  </a:cubicBezTo>
                  <a:cubicBezTo>
                    <a:pt x="5496334" y="1704917"/>
                    <a:pt x="5486908" y="1710076"/>
                    <a:pt x="5472621" y="1710076"/>
                  </a:cubicBezTo>
                  <a:cubicBezTo>
                    <a:pt x="5458730" y="1710076"/>
                    <a:pt x="5449404" y="1704421"/>
                    <a:pt x="5444641" y="1693110"/>
                  </a:cubicBezTo>
                  <a:cubicBezTo>
                    <a:pt x="5439879" y="1681799"/>
                    <a:pt x="5437497" y="1657490"/>
                    <a:pt x="5437497" y="1620184"/>
                  </a:cubicBezTo>
                  <a:lnTo>
                    <a:pt x="5437497" y="1263592"/>
                  </a:lnTo>
                  <a:cubicBezTo>
                    <a:pt x="5437497" y="1223111"/>
                    <a:pt x="5439879" y="1197611"/>
                    <a:pt x="5444641" y="1187094"/>
                  </a:cubicBezTo>
                  <a:cubicBezTo>
                    <a:pt x="5449404" y="1176577"/>
                    <a:pt x="5458929" y="1171319"/>
                    <a:pt x="5473216" y="1171319"/>
                  </a:cubicBezTo>
                  <a:close/>
                  <a:moveTo>
                    <a:pt x="4101616" y="1171319"/>
                  </a:moveTo>
                  <a:cubicBezTo>
                    <a:pt x="4115903" y="1171319"/>
                    <a:pt x="4125230" y="1176577"/>
                    <a:pt x="4129596" y="1187094"/>
                  </a:cubicBezTo>
                  <a:cubicBezTo>
                    <a:pt x="4133961" y="1197611"/>
                    <a:pt x="4136144" y="1223111"/>
                    <a:pt x="4136144" y="1263592"/>
                  </a:cubicBezTo>
                  <a:lnTo>
                    <a:pt x="4136144" y="1627923"/>
                  </a:lnTo>
                  <a:cubicBezTo>
                    <a:pt x="4136144" y="1662054"/>
                    <a:pt x="4133862" y="1684279"/>
                    <a:pt x="4129298" y="1694598"/>
                  </a:cubicBezTo>
                  <a:cubicBezTo>
                    <a:pt x="4124734" y="1704917"/>
                    <a:pt x="4115308" y="1710076"/>
                    <a:pt x="4101021" y="1710076"/>
                  </a:cubicBezTo>
                  <a:cubicBezTo>
                    <a:pt x="4087130" y="1710076"/>
                    <a:pt x="4077803" y="1704421"/>
                    <a:pt x="4073041" y="1693110"/>
                  </a:cubicBezTo>
                  <a:cubicBezTo>
                    <a:pt x="4068278" y="1681799"/>
                    <a:pt x="4065897" y="1657490"/>
                    <a:pt x="4065897" y="1620184"/>
                  </a:cubicBezTo>
                  <a:lnTo>
                    <a:pt x="4065897" y="1263592"/>
                  </a:lnTo>
                  <a:cubicBezTo>
                    <a:pt x="4065897" y="1223111"/>
                    <a:pt x="4068278" y="1197611"/>
                    <a:pt x="4073041" y="1187094"/>
                  </a:cubicBezTo>
                  <a:cubicBezTo>
                    <a:pt x="4077803" y="1176577"/>
                    <a:pt x="4087328" y="1171319"/>
                    <a:pt x="4101616" y="1171319"/>
                  </a:cubicBezTo>
                  <a:close/>
                  <a:moveTo>
                    <a:pt x="2949091" y="1171319"/>
                  </a:moveTo>
                  <a:cubicBezTo>
                    <a:pt x="2963379" y="1171319"/>
                    <a:pt x="2972705" y="1176577"/>
                    <a:pt x="2977071" y="1187094"/>
                  </a:cubicBezTo>
                  <a:cubicBezTo>
                    <a:pt x="2981437" y="1197611"/>
                    <a:pt x="2983619" y="1223111"/>
                    <a:pt x="2983619" y="1263592"/>
                  </a:cubicBezTo>
                  <a:lnTo>
                    <a:pt x="2983619" y="1627923"/>
                  </a:lnTo>
                  <a:cubicBezTo>
                    <a:pt x="2983619" y="1662054"/>
                    <a:pt x="2981337" y="1684279"/>
                    <a:pt x="2976773" y="1694598"/>
                  </a:cubicBezTo>
                  <a:cubicBezTo>
                    <a:pt x="2972209" y="1704917"/>
                    <a:pt x="2962784" y="1710076"/>
                    <a:pt x="2948496" y="1710076"/>
                  </a:cubicBezTo>
                  <a:cubicBezTo>
                    <a:pt x="2934605" y="1710076"/>
                    <a:pt x="2925279" y="1704421"/>
                    <a:pt x="2920516" y="1693110"/>
                  </a:cubicBezTo>
                  <a:cubicBezTo>
                    <a:pt x="2915754" y="1681799"/>
                    <a:pt x="2913372" y="1657490"/>
                    <a:pt x="2913372" y="1620184"/>
                  </a:cubicBezTo>
                  <a:lnTo>
                    <a:pt x="2913372" y="1263592"/>
                  </a:lnTo>
                  <a:cubicBezTo>
                    <a:pt x="2913372" y="1223111"/>
                    <a:pt x="2915754" y="1197611"/>
                    <a:pt x="2920516" y="1187094"/>
                  </a:cubicBezTo>
                  <a:cubicBezTo>
                    <a:pt x="2925279" y="1176577"/>
                    <a:pt x="2934804" y="1171319"/>
                    <a:pt x="2949091" y="1171319"/>
                  </a:cubicBezTo>
                  <a:close/>
                  <a:moveTo>
                    <a:pt x="1692982" y="1171319"/>
                  </a:moveTo>
                  <a:cubicBezTo>
                    <a:pt x="1706476" y="1171319"/>
                    <a:pt x="1715405" y="1177272"/>
                    <a:pt x="1719771" y="1189178"/>
                  </a:cubicBezTo>
                  <a:cubicBezTo>
                    <a:pt x="1724137" y="1201084"/>
                    <a:pt x="1726319" y="1227476"/>
                    <a:pt x="1726319" y="1268354"/>
                  </a:cubicBezTo>
                  <a:lnTo>
                    <a:pt x="1726319" y="1326100"/>
                  </a:lnTo>
                  <a:lnTo>
                    <a:pt x="1656072" y="1326100"/>
                  </a:lnTo>
                  <a:lnTo>
                    <a:pt x="1656072" y="1268354"/>
                  </a:lnTo>
                  <a:cubicBezTo>
                    <a:pt x="1656072" y="1223904"/>
                    <a:pt x="1658057" y="1196619"/>
                    <a:pt x="1662026" y="1186499"/>
                  </a:cubicBezTo>
                  <a:cubicBezTo>
                    <a:pt x="1665994" y="1176379"/>
                    <a:pt x="1676313" y="1171319"/>
                    <a:pt x="1692982" y="1171319"/>
                  </a:cubicBezTo>
                  <a:close/>
                  <a:moveTo>
                    <a:pt x="3249129" y="1045708"/>
                  </a:moveTo>
                  <a:lnTo>
                    <a:pt x="3369977" y="1835687"/>
                  </a:lnTo>
                  <a:lnTo>
                    <a:pt x="3684302" y="1835687"/>
                  </a:lnTo>
                  <a:lnTo>
                    <a:pt x="3796816" y="1045708"/>
                  </a:lnTo>
                  <a:lnTo>
                    <a:pt x="3582048" y="1045708"/>
                  </a:lnTo>
                  <a:cubicBezTo>
                    <a:pt x="3573316" y="1131873"/>
                    <a:pt x="3565540" y="1220807"/>
                    <a:pt x="3558719" y="1312510"/>
                  </a:cubicBezTo>
                  <a:cubicBezTo>
                    <a:pt x="3545944" y="1476779"/>
                    <a:pt x="3536906" y="1580131"/>
                    <a:pt x="3531604" y="1622565"/>
                  </a:cubicBezTo>
                  <a:lnTo>
                    <a:pt x="3463906" y="1045708"/>
                  </a:lnTo>
                  <a:close/>
                  <a:moveTo>
                    <a:pt x="6712656" y="1031420"/>
                  </a:moveTo>
                  <a:cubicBezTo>
                    <a:pt x="6644791" y="1031420"/>
                    <a:pt x="6589625" y="1044120"/>
                    <a:pt x="6547160" y="1069520"/>
                  </a:cubicBezTo>
                  <a:cubicBezTo>
                    <a:pt x="6504694" y="1094920"/>
                    <a:pt x="6476417" y="1124190"/>
                    <a:pt x="6462327" y="1157329"/>
                  </a:cubicBezTo>
                  <a:cubicBezTo>
                    <a:pt x="6448238" y="1190468"/>
                    <a:pt x="6441194" y="1237597"/>
                    <a:pt x="6441194" y="1298715"/>
                  </a:cubicBezTo>
                  <a:lnTo>
                    <a:pt x="6441194" y="1351698"/>
                  </a:lnTo>
                  <a:lnTo>
                    <a:pt x="6666817" y="1351698"/>
                  </a:lnTo>
                  <a:lnTo>
                    <a:pt x="6666817" y="1268950"/>
                  </a:lnTo>
                  <a:cubicBezTo>
                    <a:pt x="6666817" y="1224897"/>
                    <a:pt x="6668802" y="1197611"/>
                    <a:pt x="6672770" y="1187094"/>
                  </a:cubicBezTo>
                  <a:cubicBezTo>
                    <a:pt x="6676739" y="1176577"/>
                    <a:pt x="6686860" y="1171319"/>
                    <a:pt x="6703131" y="1171319"/>
                  </a:cubicBezTo>
                  <a:cubicBezTo>
                    <a:pt x="6717419" y="1171319"/>
                    <a:pt x="6727639" y="1177569"/>
                    <a:pt x="6733790" y="1190071"/>
                  </a:cubicBezTo>
                  <a:cubicBezTo>
                    <a:pt x="6739941" y="1202573"/>
                    <a:pt x="6743017" y="1229461"/>
                    <a:pt x="6743017" y="1270736"/>
                  </a:cubicBezTo>
                  <a:cubicBezTo>
                    <a:pt x="6743017" y="1303676"/>
                    <a:pt x="6740239" y="1325504"/>
                    <a:pt x="6734683" y="1336220"/>
                  </a:cubicBezTo>
                  <a:cubicBezTo>
                    <a:pt x="6729127" y="1346936"/>
                    <a:pt x="6686860" y="1367772"/>
                    <a:pt x="6607881" y="1398728"/>
                  </a:cubicBezTo>
                  <a:cubicBezTo>
                    <a:pt x="6534063" y="1427303"/>
                    <a:pt x="6487827" y="1452306"/>
                    <a:pt x="6469174" y="1473737"/>
                  </a:cubicBezTo>
                  <a:cubicBezTo>
                    <a:pt x="6450521" y="1495168"/>
                    <a:pt x="6441194" y="1535451"/>
                    <a:pt x="6441194" y="1594586"/>
                  </a:cubicBezTo>
                  <a:lnTo>
                    <a:pt x="6441194" y="1659475"/>
                  </a:lnTo>
                  <a:cubicBezTo>
                    <a:pt x="6441194" y="1739247"/>
                    <a:pt x="6458756" y="1790940"/>
                    <a:pt x="6493879" y="1814554"/>
                  </a:cubicBezTo>
                  <a:cubicBezTo>
                    <a:pt x="6529002" y="1838168"/>
                    <a:pt x="6567598" y="1849975"/>
                    <a:pt x="6609667" y="1849975"/>
                  </a:cubicBezTo>
                  <a:cubicBezTo>
                    <a:pt x="6641814" y="1849975"/>
                    <a:pt x="6669496" y="1842918"/>
                    <a:pt x="6692713" y="1828804"/>
                  </a:cubicBezTo>
                  <a:cubicBezTo>
                    <a:pt x="6715931" y="1814690"/>
                    <a:pt x="6734881" y="1793519"/>
                    <a:pt x="6749566" y="1765292"/>
                  </a:cubicBezTo>
                  <a:lnTo>
                    <a:pt x="6749566" y="1835687"/>
                  </a:lnTo>
                  <a:lnTo>
                    <a:pt x="6983524" y="1835687"/>
                  </a:lnTo>
                  <a:lnTo>
                    <a:pt x="6983524" y="1439209"/>
                  </a:lnTo>
                  <a:cubicBezTo>
                    <a:pt x="6983524" y="1308637"/>
                    <a:pt x="6979356" y="1222416"/>
                    <a:pt x="6971022" y="1180546"/>
                  </a:cubicBezTo>
                  <a:cubicBezTo>
                    <a:pt x="6962688" y="1138676"/>
                    <a:pt x="6937883" y="1103354"/>
                    <a:pt x="6896608" y="1074580"/>
                  </a:cubicBezTo>
                  <a:cubicBezTo>
                    <a:pt x="6855333" y="1045807"/>
                    <a:pt x="6794016" y="1031420"/>
                    <a:pt x="6712656" y="1031420"/>
                  </a:cubicBezTo>
                  <a:close/>
                  <a:moveTo>
                    <a:pt x="5979827" y="1031420"/>
                  </a:moveTo>
                  <a:cubicBezTo>
                    <a:pt x="5924661" y="1031420"/>
                    <a:pt x="5883584" y="1047890"/>
                    <a:pt x="5856597" y="1080831"/>
                  </a:cubicBezTo>
                  <a:cubicBezTo>
                    <a:pt x="5829610" y="1113772"/>
                    <a:pt x="5816116" y="1167747"/>
                    <a:pt x="5816116" y="1242756"/>
                  </a:cubicBezTo>
                  <a:lnTo>
                    <a:pt x="5816116" y="1529697"/>
                  </a:lnTo>
                  <a:cubicBezTo>
                    <a:pt x="5816116" y="1582084"/>
                    <a:pt x="5821275" y="1622466"/>
                    <a:pt x="5831594" y="1650843"/>
                  </a:cubicBezTo>
                  <a:cubicBezTo>
                    <a:pt x="5841912" y="1679219"/>
                    <a:pt x="5861062" y="1702139"/>
                    <a:pt x="5889042" y="1719601"/>
                  </a:cubicBezTo>
                  <a:cubicBezTo>
                    <a:pt x="5917021" y="1737064"/>
                    <a:pt x="5952641" y="1745795"/>
                    <a:pt x="5995900" y="1745795"/>
                  </a:cubicBezTo>
                  <a:cubicBezTo>
                    <a:pt x="6020903" y="1745795"/>
                    <a:pt x="6044815" y="1741020"/>
                    <a:pt x="6067635" y="1731470"/>
                  </a:cubicBezTo>
                  <a:cubicBezTo>
                    <a:pt x="6090455" y="1721921"/>
                    <a:pt x="6112184" y="1707794"/>
                    <a:pt x="6132822" y="1689092"/>
                  </a:cubicBezTo>
                  <a:lnTo>
                    <a:pt x="6132822" y="1748688"/>
                  </a:lnTo>
                  <a:cubicBezTo>
                    <a:pt x="6132822" y="1782850"/>
                    <a:pt x="6129845" y="1805295"/>
                    <a:pt x="6123892" y="1816023"/>
                  </a:cubicBezTo>
                  <a:cubicBezTo>
                    <a:pt x="6117939" y="1826751"/>
                    <a:pt x="6105835" y="1832115"/>
                    <a:pt x="6087578" y="1832115"/>
                  </a:cubicBezTo>
                  <a:cubicBezTo>
                    <a:pt x="6062178" y="1832115"/>
                    <a:pt x="6049478" y="1814653"/>
                    <a:pt x="6049478" y="1779728"/>
                  </a:cubicBezTo>
                  <a:lnTo>
                    <a:pt x="5816116" y="1779728"/>
                  </a:lnTo>
                  <a:cubicBezTo>
                    <a:pt x="5817703" y="1855928"/>
                    <a:pt x="5841714" y="1907025"/>
                    <a:pt x="5888149" y="1933021"/>
                  </a:cubicBezTo>
                  <a:cubicBezTo>
                    <a:pt x="5934583" y="1959016"/>
                    <a:pt x="5996098" y="1972014"/>
                    <a:pt x="6072695" y="1972014"/>
                  </a:cubicBezTo>
                  <a:cubicBezTo>
                    <a:pt x="6135005" y="1972014"/>
                    <a:pt x="6186698" y="1964969"/>
                    <a:pt x="6227774" y="1950880"/>
                  </a:cubicBezTo>
                  <a:cubicBezTo>
                    <a:pt x="6268851" y="1936791"/>
                    <a:pt x="6300898" y="1916352"/>
                    <a:pt x="6323917" y="1889563"/>
                  </a:cubicBezTo>
                  <a:cubicBezTo>
                    <a:pt x="6346936" y="1862774"/>
                    <a:pt x="6360331" y="1837374"/>
                    <a:pt x="6364101" y="1813363"/>
                  </a:cubicBezTo>
                  <a:cubicBezTo>
                    <a:pt x="6367871" y="1789352"/>
                    <a:pt x="6369756" y="1736270"/>
                    <a:pt x="6369756" y="1654117"/>
                  </a:cubicBezTo>
                  <a:lnTo>
                    <a:pt x="6369756" y="1045708"/>
                  </a:lnTo>
                  <a:lnTo>
                    <a:pt x="6145919" y="1045708"/>
                  </a:lnTo>
                  <a:lnTo>
                    <a:pt x="6128655" y="1105388"/>
                  </a:lnTo>
                  <a:cubicBezTo>
                    <a:pt x="6109208" y="1080732"/>
                    <a:pt x="6087082" y="1062240"/>
                    <a:pt x="6062277" y="1049912"/>
                  </a:cubicBezTo>
                  <a:cubicBezTo>
                    <a:pt x="6037473" y="1037584"/>
                    <a:pt x="6009989" y="1031420"/>
                    <a:pt x="5979827" y="1031420"/>
                  </a:cubicBezTo>
                  <a:close/>
                  <a:moveTo>
                    <a:pt x="5464882" y="1031420"/>
                  </a:moveTo>
                  <a:cubicBezTo>
                    <a:pt x="5400588" y="1031420"/>
                    <a:pt x="5347804" y="1043922"/>
                    <a:pt x="5306529" y="1068925"/>
                  </a:cubicBezTo>
                  <a:cubicBezTo>
                    <a:pt x="5265253" y="1093928"/>
                    <a:pt x="5236678" y="1127067"/>
                    <a:pt x="5220804" y="1168342"/>
                  </a:cubicBezTo>
                  <a:cubicBezTo>
                    <a:pt x="5204929" y="1209617"/>
                    <a:pt x="5196991" y="1266965"/>
                    <a:pt x="5196991" y="1340387"/>
                  </a:cubicBezTo>
                  <a:lnTo>
                    <a:pt x="5196991" y="1542793"/>
                  </a:lnTo>
                  <a:cubicBezTo>
                    <a:pt x="5196991" y="1609865"/>
                    <a:pt x="5201357" y="1660169"/>
                    <a:pt x="5210088" y="1693705"/>
                  </a:cubicBezTo>
                  <a:cubicBezTo>
                    <a:pt x="5218819" y="1727241"/>
                    <a:pt x="5233404" y="1755816"/>
                    <a:pt x="5253843" y="1779430"/>
                  </a:cubicBezTo>
                  <a:cubicBezTo>
                    <a:pt x="5274283" y="1803044"/>
                    <a:pt x="5302957" y="1820705"/>
                    <a:pt x="5339866" y="1832413"/>
                  </a:cubicBezTo>
                  <a:cubicBezTo>
                    <a:pt x="5376775" y="1844121"/>
                    <a:pt x="5421821" y="1849975"/>
                    <a:pt x="5475002" y="1849975"/>
                  </a:cubicBezTo>
                  <a:cubicBezTo>
                    <a:pt x="5522627" y="1849975"/>
                    <a:pt x="5564795" y="1843129"/>
                    <a:pt x="5601506" y="1829437"/>
                  </a:cubicBezTo>
                  <a:cubicBezTo>
                    <a:pt x="5638217" y="1815744"/>
                    <a:pt x="5668280" y="1794511"/>
                    <a:pt x="5691696" y="1765738"/>
                  </a:cubicBezTo>
                  <a:cubicBezTo>
                    <a:pt x="5715111" y="1736965"/>
                    <a:pt x="5730391" y="1706008"/>
                    <a:pt x="5737535" y="1672869"/>
                  </a:cubicBezTo>
                  <a:cubicBezTo>
                    <a:pt x="5744678" y="1639730"/>
                    <a:pt x="5748250" y="1587640"/>
                    <a:pt x="5748250" y="1516600"/>
                  </a:cubicBezTo>
                  <a:lnTo>
                    <a:pt x="5748250" y="1323123"/>
                  </a:lnTo>
                  <a:cubicBezTo>
                    <a:pt x="5748250" y="1267164"/>
                    <a:pt x="5744381" y="1225492"/>
                    <a:pt x="5736642" y="1198107"/>
                  </a:cubicBezTo>
                  <a:cubicBezTo>
                    <a:pt x="5728902" y="1170723"/>
                    <a:pt x="5714516" y="1144132"/>
                    <a:pt x="5693482" y="1118336"/>
                  </a:cubicBezTo>
                  <a:cubicBezTo>
                    <a:pt x="5672447" y="1092539"/>
                    <a:pt x="5642582" y="1071604"/>
                    <a:pt x="5603887" y="1055530"/>
                  </a:cubicBezTo>
                  <a:cubicBezTo>
                    <a:pt x="5565192" y="1039457"/>
                    <a:pt x="5518857" y="1031420"/>
                    <a:pt x="5464882" y="1031420"/>
                  </a:cubicBezTo>
                  <a:close/>
                  <a:moveTo>
                    <a:pt x="4093282" y="1031420"/>
                  </a:moveTo>
                  <a:cubicBezTo>
                    <a:pt x="4028988" y="1031420"/>
                    <a:pt x="3976204" y="1043922"/>
                    <a:pt x="3934928" y="1068925"/>
                  </a:cubicBezTo>
                  <a:cubicBezTo>
                    <a:pt x="3893654" y="1093928"/>
                    <a:pt x="3865079" y="1127067"/>
                    <a:pt x="3849203" y="1168342"/>
                  </a:cubicBezTo>
                  <a:cubicBezTo>
                    <a:pt x="3833329" y="1209617"/>
                    <a:pt x="3825391" y="1266965"/>
                    <a:pt x="3825391" y="1340387"/>
                  </a:cubicBezTo>
                  <a:lnTo>
                    <a:pt x="3825391" y="1542793"/>
                  </a:lnTo>
                  <a:cubicBezTo>
                    <a:pt x="3825391" y="1609865"/>
                    <a:pt x="3829757" y="1660169"/>
                    <a:pt x="3838488" y="1693705"/>
                  </a:cubicBezTo>
                  <a:cubicBezTo>
                    <a:pt x="3847219" y="1727241"/>
                    <a:pt x="3861804" y="1755816"/>
                    <a:pt x="3882243" y="1779430"/>
                  </a:cubicBezTo>
                  <a:cubicBezTo>
                    <a:pt x="3902682" y="1803044"/>
                    <a:pt x="3931357" y="1820705"/>
                    <a:pt x="3968266" y="1832413"/>
                  </a:cubicBezTo>
                  <a:cubicBezTo>
                    <a:pt x="4005175" y="1844121"/>
                    <a:pt x="4050221" y="1849975"/>
                    <a:pt x="4103402" y="1849975"/>
                  </a:cubicBezTo>
                  <a:cubicBezTo>
                    <a:pt x="4151027" y="1849975"/>
                    <a:pt x="4193195" y="1843129"/>
                    <a:pt x="4229906" y="1829437"/>
                  </a:cubicBezTo>
                  <a:cubicBezTo>
                    <a:pt x="4266617" y="1815744"/>
                    <a:pt x="4296680" y="1794511"/>
                    <a:pt x="4320096" y="1765738"/>
                  </a:cubicBezTo>
                  <a:cubicBezTo>
                    <a:pt x="4343511" y="1736965"/>
                    <a:pt x="4358791" y="1706008"/>
                    <a:pt x="4365935" y="1672869"/>
                  </a:cubicBezTo>
                  <a:cubicBezTo>
                    <a:pt x="4373078" y="1639730"/>
                    <a:pt x="4376650" y="1587640"/>
                    <a:pt x="4376650" y="1516600"/>
                  </a:cubicBezTo>
                  <a:lnTo>
                    <a:pt x="4376650" y="1323123"/>
                  </a:lnTo>
                  <a:cubicBezTo>
                    <a:pt x="4376650" y="1267164"/>
                    <a:pt x="4372781" y="1225492"/>
                    <a:pt x="4365042" y="1198107"/>
                  </a:cubicBezTo>
                  <a:cubicBezTo>
                    <a:pt x="4357303" y="1170723"/>
                    <a:pt x="4342916" y="1144132"/>
                    <a:pt x="4321882" y="1118336"/>
                  </a:cubicBezTo>
                  <a:cubicBezTo>
                    <a:pt x="4300847" y="1092539"/>
                    <a:pt x="4270982" y="1071604"/>
                    <a:pt x="4232287" y="1055530"/>
                  </a:cubicBezTo>
                  <a:cubicBezTo>
                    <a:pt x="4193592" y="1039457"/>
                    <a:pt x="4147256" y="1031420"/>
                    <a:pt x="4093282" y="1031420"/>
                  </a:cubicBezTo>
                  <a:close/>
                  <a:moveTo>
                    <a:pt x="2940757" y="1031420"/>
                  </a:moveTo>
                  <a:cubicBezTo>
                    <a:pt x="2876463" y="1031420"/>
                    <a:pt x="2823679" y="1043922"/>
                    <a:pt x="2782404" y="1068925"/>
                  </a:cubicBezTo>
                  <a:cubicBezTo>
                    <a:pt x="2741129" y="1093928"/>
                    <a:pt x="2712554" y="1127067"/>
                    <a:pt x="2696679" y="1168342"/>
                  </a:cubicBezTo>
                  <a:cubicBezTo>
                    <a:pt x="2680804" y="1209617"/>
                    <a:pt x="2672866" y="1266965"/>
                    <a:pt x="2672866" y="1340387"/>
                  </a:cubicBezTo>
                  <a:lnTo>
                    <a:pt x="2672866" y="1542793"/>
                  </a:lnTo>
                  <a:cubicBezTo>
                    <a:pt x="2672866" y="1609865"/>
                    <a:pt x="2677232" y="1660169"/>
                    <a:pt x="2685963" y="1693705"/>
                  </a:cubicBezTo>
                  <a:cubicBezTo>
                    <a:pt x="2694694" y="1727241"/>
                    <a:pt x="2709279" y="1755816"/>
                    <a:pt x="2729719" y="1779430"/>
                  </a:cubicBezTo>
                  <a:cubicBezTo>
                    <a:pt x="2750157" y="1803044"/>
                    <a:pt x="2778832" y="1820705"/>
                    <a:pt x="2815741" y="1832413"/>
                  </a:cubicBezTo>
                  <a:cubicBezTo>
                    <a:pt x="2852651" y="1844121"/>
                    <a:pt x="2897696" y="1849975"/>
                    <a:pt x="2950877" y="1849975"/>
                  </a:cubicBezTo>
                  <a:cubicBezTo>
                    <a:pt x="2998502" y="1849975"/>
                    <a:pt x="3040670" y="1843129"/>
                    <a:pt x="3077381" y="1829437"/>
                  </a:cubicBezTo>
                  <a:cubicBezTo>
                    <a:pt x="3114092" y="1815744"/>
                    <a:pt x="3144156" y="1794511"/>
                    <a:pt x="3167571" y="1765738"/>
                  </a:cubicBezTo>
                  <a:cubicBezTo>
                    <a:pt x="3190986" y="1736965"/>
                    <a:pt x="3206266" y="1706008"/>
                    <a:pt x="3213410" y="1672869"/>
                  </a:cubicBezTo>
                  <a:cubicBezTo>
                    <a:pt x="3220553" y="1639730"/>
                    <a:pt x="3224126" y="1587640"/>
                    <a:pt x="3224126" y="1516600"/>
                  </a:cubicBezTo>
                  <a:lnTo>
                    <a:pt x="3224126" y="1323123"/>
                  </a:lnTo>
                  <a:cubicBezTo>
                    <a:pt x="3224126" y="1267164"/>
                    <a:pt x="3220256" y="1225492"/>
                    <a:pt x="3212517" y="1198107"/>
                  </a:cubicBezTo>
                  <a:cubicBezTo>
                    <a:pt x="3204778" y="1170723"/>
                    <a:pt x="3190391" y="1144132"/>
                    <a:pt x="3169357" y="1118336"/>
                  </a:cubicBezTo>
                  <a:cubicBezTo>
                    <a:pt x="3148323" y="1092539"/>
                    <a:pt x="3118458" y="1071604"/>
                    <a:pt x="3079762" y="1055530"/>
                  </a:cubicBezTo>
                  <a:cubicBezTo>
                    <a:pt x="3041067" y="1039457"/>
                    <a:pt x="2994732" y="1031420"/>
                    <a:pt x="2940757" y="1031420"/>
                  </a:cubicBezTo>
                  <a:close/>
                  <a:moveTo>
                    <a:pt x="2433550" y="1031420"/>
                  </a:moveTo>
                  <a:cubicBezTo>
                    <a:pt x="2400610" y="1031420"/>
                    <a:pt x="2371539" y="1038675"/>
                    <a:pt x="2346337" y="1053186"/>
                  </a:cubicBezTo>
                  <a:cubicBezTo>
                    <a:pt x="2321136" y="1067697"/>
                    <a:pt x="2299803" y="1089463"/>
                    <a:pt x="2282341" y="1118485"/>
                  </a:cubicBezTo>
                  <a:lnTo>
                    <a:pt x="2286509" y="1045708"/>
                  </a:lnTo>
                  <a:lnTo>
                    <a:pt x="2041835" y="1045708"/>
                  </a:lnTo>
                  <a:lnTo>
                    <a:pt x="2041835" y="1835687"/>
                  </a:lnTo>
                  <a:lnTo>
                    <a:pt x="2282341" y="1835687"/>
                  </a:lnTo>
                  <a:lnTo>
                    <a:pt x="2282341" y="1301692"/>
                  </a:lnTo>
                  <a:cubicBezTo>
                    <a:pt x="2282341" y="1242161"/>
                    <a:pt x="2284524" y="1205549"/>
                    <a:pt x="2288890" y="1191857"/>
                  </a:cubicBezTo>
                  <a:cubicBezTo>
                    <a:pt x="2293255" y="1178164"/>
                    <a:pt x="2303971" y="1171319"/>
                    <a:pt x="2321036" y="1171319"/>
                  </a:cubicBezTo>
                  <a:cubicBezTo>
                    <a:pt x="2337308" y="1171319"/>
                    <a:pt x="2347230" y="1177272"/>
                    <a:pt x="2350802" y="1189178"/>
                  </a:cubicBezTo>
                  <a:cubicBezTo>
                    <a:pt x="2354374" y="1201084"/>
                    <a:pt x="2356160" y="1234223"/>
                    <a:pt x="2356160" y="1288595"/>
                  </a:cubicBezTo>
                  <a:lnTo>
                    <a:pt x="2356160" y="1835687"/>
                  </a:lnTo>
                  <a:lnTo>
                    <a:pt x="2596666" y="1835687"/>
                  </a:lnTo>
                  <a:lnTo>
                    <a:pt x="2596666" y="1282047"/>
                  </a:lnTo>
                  <a:cubicBezTo>
                    <a:pt x="2596666" y="1212990"/>
                    <a:pt x="2592896" y="1163679"/>
                    <a:pt x="2585356" y="1134111"/>
                  </a:cubicBezTo>
                  <a:cubicBezTo>
                    <a:pt x="2577815" y="1104544"/>
                    <a:pt x="2560947" y="1080037"/>
                    <a:pt x="2534754" y="1060590"/>
                  </a:cubicBezTo>
                  <a:cubicBezTo>
                    <a:pt x="2508560" y="1041143"/>
                    <a:pt x="2474825" y="1031420"/>
                    <a:pt x="2433550" y="1031420"/>
                  </a:cubicBezTo>
                  <a:close/>
                  <a:moveTo>
                    <a:pt x="1681671" y="1031420"/>
                  </a:moveTo>
                  <a:cubicBezTo>
                    <a:pt x="1626505" y="1031420"/>
                    <a:pt x="1577690" y="1042037"/>
                    <a:pt x="1535224" y="1063269"/>
                  </a:cubicBezTo>
                  <a:cubicBezTo>
                    <a:pt x="1492758" y="1084502"/>
                    <a:pt x="1462199" y="1115061"/>
                    <a:pt x="1443546" y="1154947"/>
                  </a:cubicBezTo>
                  <a:cubicBezTo>
                    <a:pt x="1424893" y="1194833"/>
                    <a:pt x="1415566" y="1249304"/>
                    <a:pt x="1415566" y="1318361"/>
                  </a:cubicBezTo>
                  <a:lnTo>
                    <a:pt x="1415566" y="1548747"/>
                  </a:lnTo>
                  <a:cubicBezTo>
                    <a:pt x="1415566" y="1607484"/>
                    <a:pt x="1419733" y="1652232"/>
                    <a:pt x="1428068" y="1682990"/>
                  </a:cubicBezTo>
                  <a:cubicBezTo>
                    <a:pt x="1436402" y="1713747"/>
                    <a:pt x="1451384" y="1741925"/>
                    <a:pt x="1473014" y="1767524"/>
                  </a:cubicBezTo>
                  <a:cubicBezTo>
                    <a:pt x="1494644" y="1793122"/>
                    <a:pt x="1524905" y="1813264"/>
                    <a:pt x="1563799" y="1827948"/>
                  </a:cubicBezTo>
                  <a:cubicBezTo>
                    <a:pt x="1602693" y="1842632"/>
                    <a:pt x="1647540" y="1849975"/>
                    <a:pt x="1698339" y="1849975"/>
                  </a:cubicBezTo>
                  <a:cubicBezTo>
                    <a:pt x="1750727" y="1849975"/>
                    <a:pt x="1794284" y="1842533"/>
                    <a:pt x="1829011" y="1827650"/>
                  </a:cubicBezTo>
                  <a:cubicBezTo>
                    <a:pt x="1863737" y="1812768"/>
                    <a:pt x="1892412" y="1790443"/>
                    <a:pt x="1915033" y="1760678"/>
                  </a:cubicBezTo>
                  <a:cubicBezTo>
                    <a:pt x="1937655" y="1730912"/>
                    <a:pt x="1952042" y="1702933"/>
                    <a:pt x="1958194" y="1676739"/>
                  </a:cubicBezTo>
                  <a:cubicBezTo>
                    <a:pt x="1964345" y="1650545"/>
                    <a:pt x="1967421" y="1613040"/>
                    <a:pt x="1967421" y="1564225"/>
                  </a:cubicBezTo>
                  <a:lnTo>
                    <a:pt x="1967421" y="1505884"/>
                  </a:lnTo>
                  <a:lnTo>
                    <a:pt x="1739416" y="1505884"/>
                  </a:lnTo>
                  <a:lnTo>
                    <a:pt x="1739416" y="1610064"/>
                  </a:lnTo>
                  <a:cubicBezTo>
                    <a:pt x="1739416" y="1649354"/>
                    <a:pt x="1736340" y="1675846"/>
                    <a:pt x="1730189" y="1689538"/>
                  </a:cubicBezTo>
                  <a:cubicBezTo>
                    <a:pt x="1724037" y="1703230"/>
                    <a:pt x="1711833" y="1710076"/>
                    <a:pt x="1693577" y="1710076"/>
                  </a:cubicBezTo>
                  <a:cubicBezTo>
                    <a:pt x="1678893" y="1710076"/>
                    <a:pt x="1668971" y="1704917"/>
                    <a:pt x="1663812" y="1694598"/>
                  </a:cubicBezTo>
                  <a:cubicBezTo>
                    <a:pt x="1658652" y="1684279"/>
                    <a:pt x="1656072" y="1661261"/>
                    <a:pt x="1656072" y="1625542"/>
                  </a:cubicBezTo>
                  <a:lnTo>
                    <a:pt x="1656072" y="1454687"/>
                  </a:lnTo>
                  <a:lnTo>
                    <a:pt x="1967421" y="1454687"/>
                  </a:lnTo>
                  <a:lnTo>
                    <a:pt x="1967421" y="1349912"/>
                  </a:lnTo>
                  <a:cubicBezTo>
                    <a:pt x="1967421" y="1273315"/>
                    <a:pt x="1958590" y="1213883"/>
                    <a:pt x="1940929" y="1171616"/>
                  </a:cubicBezTo>
                  <a:cubicBezTo>
                    <a:pt x="1923268" y="1129349"/>
                    <a:pt x="1892511" y="1095416"/>
                    <a:pt x="1848656" y="1069818"/>
                  </a:cubicBezTo>
                  <a:cubicBezTo>
                    <a:pt x="1804801" y="1044219"/>
                    <a:pt x="1749140" y="1031420"/>
                    <a:pt x="1681671" y="1031420"/>
                  </a:cubicBezTo>
                  <a:close/>
                  <a:moveTo>
                    <a:pt x="4630253" y="871876"/>
                  </a:moveTo>
                  <a:lnTo>
                    <a:pt x="4806466" y="1486834"/>
                  </a:lnTo>
                  <a:lnTo>
                    <a:pt x="4806466" y="1835687"/>
                  </a:lnTo>
                  <a:lnTo>
                    <a:pt x="5038638" y="1835687"/>
                  </a:lnTo>
                  <a:lnTo>
                    <a:pt x="5038638" y="1486834"/>
                  </a:lnTo>
                  <a:lnTo>
                    <a:pt x="5221399" y="871876"/>
                  </a:lnTo>
                  <a:lnTo>
                    <a:pt x="4991162" y="871876"/>
                  </a:lnTo>
                  <a:cubicBezTo>
                    <a:pt x="4958519" y="1022248"/>
                    <a:pt x="4935252" y="1148852"/>
                    <a:pt x="4921361" y="1251686"/>
                  </a:cubicBezTo>
                  <a:cubicBezTo>
                    <a:pt x="4916760" y="1186604"/>
                    <a:pt x="4896470" y="1060001"/>
                    <a:pt x="4860491" y="871876"/>
                  </a:cubicBezTo>
                  <a:close/>
                  <a:moveTo>
                    <a:pt x="963129" y="871876"/>
                  </a:moveTo>
                  <a:lnTo>
                    <a:pt x="963129" y="1835687"/>
                  </a:lnTo>
                  <a:lnTo>
                    <a:pt x="1366155" y="1835687"/>
                  </a:lnTo>
                  <a:lnTo>
                    <a:pt x="1366155" y="1642806"/>
                  </a:lnTo>
                  <a:lnTo>
                    <a:pt x="1213755" y="1642806"/>
                  </a:lnTo>
                  <a:lnTo>
                    <a:pt x="1213755" y="871876"/>
                  </a:lnTo>
                  <a:close/>
                  <a:moveTo>
                    <a:pt x="0" y="0"/>
                  </a:moveTo>
                  <a:lnTo>
                    <a:pt x="7069015" y="0"/>
                  </a:lnTo>
                  <a:lnTo>
                    <a:pt x="70690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2B6D57-7DBA-734E-0306-59146CFF478E}"/>
                </a:ext>
              </a:extLst>
            </p:cNvPr>
            <p:cNvSpPr txBox="1"/>
            <p:nvPr/>
          </p:nvSpPr>
          <p:spPr>
            <a:xfrm>
              <a:off x="3188043" y="4911850"/>
              <a:ext cx="388097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Lenovo Yoga Pro 9i Gen 10 Aura Edition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blends raw power and sophistication in a sleek Luna Grey chassis. Featuring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 Core Ultra (Series 2)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chips and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RTX 50 Series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GPUs, it delivers elite performance for AI and creators, elevated by a stunning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1000-nit Tandem OLED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165Hz display. Its unique "Aura" features automate privacy, focus, and wellness, making it the ultimate 2026 Windows rival to the MacBook Pro</a:t>
              </a:r>
              <a:r>
                <a:rPr lang="en-GB" sz="12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pt-PT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7" descr="A red sign with white letters&#10;&#10;AI-generated content may be incorrect.">
              <a:extLst>
                <a:ext uri="{FF2B5EF4-FFF2-40B4-BE49-F238E27FC236}">
                  <a16:creationId xmlns:a16="http://schemas.microsoft.com/office/drawing/2014/main" id="{9B39890D-4C7C-BE80-42A4-4D796CE90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474352"/>
              <a:ext cx="1150045" cy="383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33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with a motorcycle on the screen&#10;&#10;AI-generated content may be incorrect.">
            <a:extLst>
              <a:ext uri="{FF2B5EF4-FFF2-40B4-BE49-F238E27FC236}">
                <a16:creationId xmlns:a16="http://schemas.microsoft.com/office/drawing/2014/main" id="{14293D99-D0CA-1C7C-838C-DA7FC144D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C1DFEB6-2B99-D165-A992-D8563F895CB9}"/>
              </a:ext>
            </a:extLst>
          </p:cNvPr>
          <p:cNvGrpSpPr/>
          <p:nvPr/>
        </p:nvGrpSpPr>
        <p:grpSpPr>
          <a:xfrm>
            <a:off x="0" y="0"/>
            <a:ext cx="7069015" cy="6858000"/>
            <a:chOff x="0" y="0"/>
            <a:chExt cx="7069015" cy="6858000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7459DB94-2B3B-6A70-CB3F-8FA37485729C}"/>
                </a:ext>
              </a:extLst>
            </p:cNvPr>
            <p:cNvSpPr/>
            <p:nvPr/>
          </p:nvSpPr>
          <p:spPr>
            <a:xfrm>
              <a:off x="0" y="0"/>
              <a:ext cx="7069015" cy="6858000"/>
            </a:xfrm>
            <a:custGeom>
              <a:avLst/>
              <a:gdLst/>
              <a:ahLst/>
              <a:cxnLst/>
              <a:rect l="l" t="t" r="r" b="b"/>
              <a:pathLst>
                <a:path w="7069015" h="6858000">
                  <a:moveTo>
                    <a:pt x="2942543" y="4384220"/>
                  </a:moveTo>
                  <a:lnTo>
                    <a:pt x="2942543" y="4546740"/>
                  </a:lnTo>
                  <a:cubicBezTo>
                    <a:pt x="2942543" y="4586428"/>
                    <a:pt x="2940261" y="4610935"/>
                    <a:pt x="2935697" y="4620261"/>
                  </a:cubicBezTo>
                  <a:cubicBezTo>
                    <a:pt x="2931132" y="4629588"/>
                    <a:pt x="2921310" y="4634251"/>
                    <a:pt x="2906229" y="4634251"/>
                  </a:cubicBezTo>
                  <a:cubicBezTo>
                    <a:pt x="2890354" y="4634251"/>
                    <a:pt x="2879738" y="4628298"/>
                    <a:pt x="2874379" y="4616392"/>
                  </a:cubicBezTo>
                  <a:cubicBezTo>
                    <a:pt x="2869021" y="4604485"/>
                    <a:pt x="2866343" y="4578093"/>
                    <a:pt x="2866343" y="4537215"/>
                  </a:cubicBezTo>
                  <a:cubicBezTo>
                    <a:pt x="2866343" y="4501496"/>
                    <a:pt x="2869419" y="4474112"/>
                    <a:pt x="2875570" y="4455062"/>
                  </a:cubicBezTo>
                  <a:cubicBezTo>
                    <a:pt x="2881721" y="4436012"/>
                    <a:pt x="2904046" y="4412398"/>
                    <a:pt x="2942543" y="4384220"/>
                  </a:cubicBezTo>
                  <a:close/>
                  <a:moveTo>
                    <a:pt x="5930416" y="4095493"/>
                  </a:moveTo>
                  <a:cubicBezTo>
                    <a:pt x="5944703" y="4095493"/>
                    <a:pt x="5954030" y="4100752"/>
                    <a:pt x="5958395" y="4111269"/>
                  </a:cubicBezTo>
                  <a:cubicBezTo>
                    <a:pt x="5962761" y="4121786"/>
                    <a:pt x="5964944" y="4147285"/>
                    <a:pt x="5964944" y="4187767"/>
                  </a:cubicBezTo>
                  <a:lnTo>
                    <a:pt x="5964944" y="4552098"/>
                  </a:lnTo>
                  <a:cubicBezTo>
                    <a:pt x="5964944" y="4586229"/>
                    <a:pt x="5962662" y="4608454"/>
                    <a:pt x="5958098" y="4618773"/>
                  </a:cubicBezTo>
                  <a:cubicBezTo>
                    <a:pt x="5953534" y="4629092"/>
                    <a:pt x="5944108" y="4634251"/>
                    <a:pt x="5929820" y="4634251"/>
                  </a:cubicBezTo>
                  <a:cubicBezTo>
                    <a:pt x="5915930" y="4634251"/>
                    <a:pt x="5906603" y="4628596"/>
                    <a:pt x="5901841" y="4617285"/>
                  </a:cubicBezTo>
                  <a:cubicBezTo>
                    <a:pt x="5897078" y="4605974"/>
                    <a:pt x="5894697" y="4581665"/>
                    <a:pt x="5894697" y="4544359"/>
                  </a:cubicBezTo>
                  <a:lnTo>
                    <a:pt x="5894697" y="4187767"/>
                  </a:lnTo>
                  <a:cubicBezTo>
                    <a:pt x="5894697" y="4147285"/>
                    <a:pt x="5897078" y="4121786"/>
                    <a:pt x="5901841" y="4111269"/>
                  </a:cubicBezTo>
                  <a:cubicBezTo>
                    <a:pt x="5906603" y="4100752"/>
                    <a:pt x="5916128" y="4095493"/>
                    <a:pt x="5930416" y="4095493"/>
                  </a:cubicBezTo>
                  <a:close/>
                  <a:moveTo>
                    <a:pt x="4254611" y="4095493"/>
                  </a:moveTo>
                  <a:cubicBezTo>
                    <a:pt x="4269296" y="4095493"/>
                    <a:pt x="4279118" y="4100454"/>
                    <a:pt x="4284079" y="4110376"/>
                  </a:cubicBezTo>
                  <a:cubicBezTo>
                    <a:pt x="4289040" y="4120298"/>
                    <a:pt x="4291521" y="4139745"/>
                    <a:pt x="4291521" y="4168717"/>
                  </a:cubicBezTo>
                  <a:lnTo>
                    <a:pt x="4291521" y="4534239"/>
                  </a:lnTo>
                  <a:cubicBezTo>
                    <a:pt x="4291521" y="4578292"/>
                    <a:pt x="4288941" y="4605974"/>
                    <a:pt x="4283782" y="4617285"/>
                  </a:cubicBezTo>
                  <a:cubicBezTo>
                    <a:pt x="4278622" y="4628596"/>
                    <a:pt x="4268303" y="4634251"/>
                    <a:pt x="4252825" y="4634251"/>
                  </a:cubicBezTo>
                  <a:cubicBezTo>
                    <a:pt x="4239332" y="4634251"/>
                    <a:pt x="4230203" y="4629191"/>
                    <a:pt x="4225441" y="4619071"/>
                  </a:cubicBezTo>
                  <a:cubicBezTo>
                    <a:pt x="4220678" y="4608950"/>
                    <a:pt x="4218297" y="4587817"/>
                    <a:pt x="4218297" y="4555670"/>
                  </a:cubicBezTo>
                  <a:lnTo>
                    <a:pt x="4218297" y="4168717"/>
                  </a:lnTo>
                  <a:cubicBezTo>
                    <a:pt x="4218297" y="4137760"/>
                    <a:pt x="4220778" y="4117817"/>
                    <a:pt x="4225739" y="4108888"/>
                  </a:cubicBezTo>
                  <a:cubicBezTo>
                    <a:pt x="4230700" y="4099958"/>
                    <a:pt x="4240324" y="4095493"/>
                    <a:pt x="4254611" y="4095493"/>
                  </a:cubicBezTo>
                  <a:close/>
                  <a:moveTo>
                    <a:pt x="1225364" y="4010959"/>
                  </a:moveTo>
                  <a:cubicBezTo>
                    <a:pt x="1238132" y="4171669"/>
                    <a:pt x="1250857" y="4306606"/>
                    <a:pt x="1263538" y="4415771"/>
                  </a:cubicBezTo>
                  <a:lnTo>
                    <a:pt x="1177264" y="4415771"/>
                  </a:lnTo>
                  <a:cubicBezTo>
                    <a:pt x="1183800" y="4330450"/>
                    <a:pt x="1199834" y="4195512"/>
                    <a:pt x="1225364" y="4010959"/>
                  </a:cubicBezTo>
                  <a:close/>
                  <a:moveTo>
                    <a:pt x="5327960" y="3969882"/>
                  </a:moveTo>
                  <a:lnTo>
                    <a:pt x="5327960" y="4759862"/>
                  </a:lnTo>
                  <a:lnTo>
                    <a:pt x="5575610" y="4759862"/>
                  </a:lnTo>
                  <a:lnTo>
                    <a:pt x="5575610" y="3969882"/>
                  </a:lnTo>
                  <a:close/>
                  <a:moveTo>
                    <a:pt x="4623110" y="3969882"/>
                  </a:moveTo>
                  <a:lnTo>
                    <a:pt x="4623110" y="4759862"/>
                  </a:lnTo>
                  <a:lnTo>
                    <a:pt x="4870760" y="4759862"/>
                  </a:lnTo>
                  <a:lnTo>
                    <a:pt x="4870760" y="3969882"/>
                  </a:lnTo>
                  <a:close/>
                  <a:moveTo>
                    <a:pt x="1571538" y="3969882"/>
                  </a:moveTo>
                  <a:lnTo>
                    <a:pt x="1571538" y="4502687"/>
                  </a:lnTo>
                  <a:cubicBezTo>
                    <a:pt x="1571538" y="4570553"/>
                    <a:pt x="1572927" y="4615896"/>
                    <a:pt x="1575705" y="4638716"/>
                  </a:cubicBezTo>
                  <a:cubicBezTo>
                    <a:pt x="1578483" y="4661536"/>
                    <a:pt x="1585528" y="4683464"/>
                    <a:pt x="1596839" y="4704498"/>
                  </a:cubicBezTo>
                  <a:cubicBezTo>
                    <a:pt x="1608150" y="4725532"/>
                    <a:pt x="1625712" y="4742400"/>
                    <a:pt x="1649524" y="4755100"/>
                  </a:cubicBezTo>
                  <a:cubicBezTo>
                    <a:pt x="1673336" y="4767800"/>
                    <a:pt x="1703301" y="4774150"/>
                    <a:pt x="1739416" y="4774150"/>
                  </a:cubicBezTo>
                  <a:cubicBezTo>
                    <a:pt x="1771166" y="4774150"/>
                    <a:pt x="1799245" y="4767489"/>
                    <a:pt x="1823653" y="4754169"/>
                  </a:cubicBezTo>
                  <a:cubicBezTo>
                    <a:pt x="1848060" y="4740849"/>
                    <a:pt x="1868599" y="4720869"/>
                    <a:pt x="1885268" y="4694229"/>
                  </a:cubicBezTo>
                  <a:lnTo>
                    <a:pt x="1881100" y="4759862"/>
                  </a:lnTo>
                  <a:lnTo>
                    <a:pt x="2125774" y="4759862"/>
                  </a:lnTo>
                  <a:lnTo>
                    <a:pt x="2125774" y="3969882"/>
                  </a:lnTo>
                  <a:lnTo>
                    <a:pt x="1885268" y="3969882"/>
                  </a:lnTo>
                  <a:lnTo>
                    <a:pt x="1885268" y="4501496"/>
                  </a:lnTo>
                  <a:cubicBezTo>
                    <a:pt x="1885268" y="4566187"/>
                    <a:pt x="1883581" y="4604485"/>
                    <a:pt x="1880208" y="4616392"/>
                  </a:cubicBezTo>
                  <a:cubicBezTo>
                    <a:pt x="1876834" y="4628298"/>
                    <a:pt x="1866218" y="4634251"/>
                    <a:pt x="1848358" y="4634251"/>
                  </a:cubicBezTo>
                  <a:cubicBezTo>
                    <a:pt x="1831690" y="4634251"/>
                    <a:pt x="1821470" y="4628496"/>
                    <a:pt x="1817700" y="4616987"/>
                  </a:cubicBezTo>
                  <a:cubicBezTo>
                    <a:pt x="1813929" y="4605478"/>
                    <a:pt x="1812044" y="4568965"/>
                    <a:pt x="1812044" y="4507450"/>
                  </a:cubicBezTo>
                  <a:lnTo>
                    <a:pt x="1812044" y="3969882"/>
                  </a:lnTo>
                  <a:close/>
                  <a:moveTo>
                    <a:pt x="6672175" y="3955595"/>
                  </a:moveTo>
                  <a:cubicBezTo>
                    <a:pt x="6639235" y="3955595"/>
                    <a:pt x="6610163" y="3962850"/>
                    <a:pt x="6584962" y="3977361"/>
                  </a:cubicBezTo>
                  <a:cubicBezTo>
                    <a:pt x="6559760" y="3991872"/>
                    <a:pt x="6538428" y="4013638"/>
                    <a:pt x="6520966" y="4042659"/>
                  </a:cubicBezTo>
                  <a:lnTo>
                    <a:pt x="6525133" y="3969882"/>
                  </a:lnTo>
                  <a:lnTo>
                    <a:pt x="6280460" y="3969882"/>
                  </a:lnTo>
                  <a:lnTo>
                    <a:pt x="6280460" y="4759862"/>
                  </a:lnTo>
                  <a:lnTo>
                    <a:pt x="6520966" y="4759862"/>
                  </a:lnTo>
                  <a:lnTo>
                    <a:pt x="6520966" y="4225867"/>
                  </a:lnTo>
                  <a:cubicBezTo>
                    <a:pt x="6520966" y="4166335"/>
                    <a:pt x="6523149" y="4129724"/>
                    <a:pt x="6527514" y="4116032"/>
                  </a:cubicBezTo>
                  <a:cubicBezTo>
                    <a:pt x="6531880" y="4102339"/>
                    <a:pt x="6542595" y="4095493"/>
                    <a:pt x="6559661" y="4095493"/>
                  </a:cubicBezTo>
                  <a:cubicBezTo>
                    <a:pt x="6575933" y="4095493"/>
                    <a:pt x="6585855" y="4101446"/>
                    <a:pt x="6589427" y="4113353"/>
                  </a:cubicBezTo>
                  <a:cubicBezTo>
                    <a:pt x="6592999" y="4125259"/>
                    <a:pt x="6594785" y="4158398"/>
                    <a:pt x="6594785" y="4212770"/>
                  </a:cubicBezTo>
                  <a:lnTo>
                    <a:pt x="6594785" y="4759862"/>
                  </a:lnTo>
                  <a:lnTo>
                    <a:pt x="6835291" y="4759862"/>
                  </a:lnTo>
                  <a:lnTo>
                    <a:pt x="6835291" y="4206222"/>
                  </a:lnTo>
                  <a:cubicBezTo>
                    <a:pt x="6835291" y="4137165"/>
                    <a:pt x="6831521" y="4087854"/>
                    <a:pt x="6823980" y="4058286"/>
                  </a:cubicBezTo>
                  <a:cubicBezTo>
                    <a:pt x="6816439" y="4028719"/>
                    <a:pt x="6799572" y="4004212"/>
                    <a:pt x="6773378" y="3984765"/>
                  </a:cubicBezTo>
                  <a:cubicBezTo>
                    <a:pt x="6747185" y="3965318"/>
                    <a:pt x="6713450" y="3955595"/>
                    <a:pt x="6672175" y="3955595"/>
                  </a:cubicBezTo>
                  <a:close/>
                  <a:moveTo>
                    <a:pt x="5922081" y="3955595"/>
                  </a:moveTo>
                  <a:cubicBezTo>
                    <a:pt x="5857788" y="3955595"/>
                    <a:pt x="5805003" y="3968096"/>
                    <a:pt x="5763728" y="3993100"/>
                  </a:cubicBezTo>
                  <a:cubicBezTo>
                    <a:pt x="5722453" y="4018103"/>
                    <a:pt x="5693878" y="4051242"/>
                    <a:pt x="5678004" y="4092517"/>
                  </a:cubicBezTo>
                  <a:cubicBezTo>
                    <a:pt x="5662129" y="4133792"/>
                    <a:pt x="5654191" y="4191140"/>
                    <a:pt x="5654191" y="4264562"/>
                  </a:cubicBezTo>
                  <a:lnTo>
                    <a:pt x="5654191" y="4466968"/>
                  </a:lnTo>
                  <a:cubicBezTo>
                    <a:pt x="5654191" y="4534040"/>
                    <a:pt x="5658557" y="4584344"/>
                    <a:pt x="5667288" y="4617880"/>
                  </a:cubicBezTo>
                  <a:cubicBezTo>
                    <a:pt x="5676019" y="4651416"/>
                    <a:pt x="5690604" y="4679991"/>
                    <a:pt x="5711043" y="4703605"/>
                  </a:cubicBezTo>
                  <a:cubicBezTo>
                    <a:pt x="5731483" y="4727219"/>
                    <a:pt x="5760156" y="4744880"/>
                    <a:pt x="5797066" y="4756588"/>
                  </a:cubicBezTo>
                  <a:cubicBezTo>
                    <a:pt x="5833975" y="4768296"/>
                    <a:pt x="5879021" y="4774150"/>
                    <a:pt x="5932202" y="4774150"/>
                  </a:cubicBezTo>
                  <a:cubicBezTo>
                    <a:pt x="5979827" y="4774150"/>
                    <a:pt x="6021994" y="4767303"/>
                    <a:pt x="6058706" y="4753611"/>
                  </a:cubicBezTo>
                  <a:cubicBezTo>
                    <a:pt x="6095417" y="4739919"/>
                    <a:pt x="6125480" y="4718686"/>
                    <a:pt x="6148895" y="4689913"/>
                  </a:cubicBezTo>
                  <a:cubicBezTo>
                    <a:pt x="6172311" y="4661140"/>
                    <a:pt x="6187591" y="4630183"/>
                    <a:pt x="6194735" y="4597044"/>
                  </a:cubicBezTo>
                  <a:cubicBezTo>
                    <a:pt x="6201878" y="4563905"/>
                    <a:pt x="6205450" y="4511815"/>
                    <a:pt x="6205450" y="4440775"/>
                  </a:cubicBezTo>
                  <a:lnTo>
                    <a:pt x="6205450" y="4247298"/>
                  </a:lnTo>
                  <a:cubicBezTo>
                    <a:pt x="6205450" y="4191339"/>
                    <a:pt x="6201581" y="4149667"/>
                    <a:pt x="6193842" y="4122282"/>
                  </a:cubicBezTo>
                  <a:cubicBezTo>
                    <a:pt x="6186102" y="4094898"/>
                    <a:pt x="6171716" y="4068307"/>
                    <a:pt x="6150681" y="4042510"/>
                  </a:cubicBezTo>
                  <a:cubicBezTo>
                    <a:pt x="6129647" y="4016714"/>
                    <a:pt x="6099782" y="3995778"/>
                    <a:pt x="6061087" y="3979705"/>
                  </a:cubicBezTo>
                  <a:cubicBezTo>
                    <a:pt x="6022392" y="3963632"/>
                    <a:pt x="5976057" y="3955595"/>
                    <a:pt x="5922081" y="3955595"/>
                  </a:cubicBezTo>
                  <a:close/>
                  <a:moveTo>
                    <a:pt x="2912182" y="3955595"/>
                  </a:moveTo>
                  <a:cubicBezTo>
                    <a:pt x="2844316" y="3955595"/>
                    <a:pt x="2789150" y="3968295"/>
                    <a:pt x="2746685" y="3993695"/>
                  </a:cubicBezTo>
                  <a:cubicBezTo>
                    <a:pt x="2704219" y="4019095"/>
                    <a:pt x="2675942" y="4048364"/>
                    <a:pt x="2661853" y="4081503"/>
                  </a:cubicBezTo>
                  <a:cubicBezTo>
                    <a:pt x="2647764" y="4114643"/>
                    <a:pt x="2640719" y="4161771"/>
                    <a:pt x="2640719" y="4222890"/>
                  </a:cubicBezTo>
                  <a:lnTo>
                    <a:pt x="2640719" y="4275873"/>
                  </a:lnTo>
                  <a:lnTo>
                    <a:pt x="2866343" y="4275873"/>
                  </a:lnTo>
                  <a:lnTo>
                    <a:pt x="2866343" y="4193125"/>
                  </a:lnTo>
                  <a:cubicBezTo>
                    <a:pt x="2866343" y="4149071"/>
                    <a:pt x="2868327" y="4121786"/>
                    <a:pt x="2872296" y="4111269"/>
                  </a:cubicBezTo>
                  <a:cubicBezTo>
                    <a:pt x="2876265" y="4100752"/>
                    <a:pt x="2886385" y="4095493"/>
                    <a:pt x="2902657" y="4095493"/>
                  </a:cubicBezTo>
                  <a:cubicBezTo>
                    <a:pt x="2916944" y="4095493"/>
                    <a:pt x="2927164" y="4101744"/>
                    <a:pt x="2933315" y="4114246"/>
                  </a:cubicBezTo>
                  <a:cubicBezTo>
                    <a:pt x="2939467" y="4126747"/>
                    <a:pt x="2942543" y="4153636"/>
                    <a:pt x="2942543" y="4194910"/>
                  </a:cubicBezTo>
                  <a:cubicBezTo>
                    <a:pt x="2942543" y="4227851"/>
                    <a:pt x="2939765" y="4249679"/>
                    <a:pt x="2934209" y="4260395"/>
                  </a:cubicBezTo>
                  <a:cubicBezTo>
                    <a:pt x="2928652" y="4271111"/>
                    <a:pt x="2886385" y="4291946"/>
                    <a:pt x="2807407" y="4322903"/>
                  </a:cubicBezTo>
                  <a:cubicBezTo>
                    <a:pt x="2733588" y="4351478"/>
                    <a:pt x="2687352" y="4376481"/>
                    <a:pt x="2668699" y="4397912"/>
                  </a:cubicBezTo>
                  <a:cubicBezTo>
                    <a:pt x="2650046" y="4419343"/>
                    <a:pt x="2640719" y="4459626"/>
                    <a:pt x="2640719" y="4518760"/>
                  </a:cubicBezTo>
                  <a:lnTo>
                    <a:pt x="2640719" y="4583650"/>
                  </a:lnTo>
                  <a:cubicBezTo>
                    <a:pt x="2640719" y="4663421"/>
                    <a:pt x="2658281" y="4715114"/>
                    <a:pt x="2693404" y="4738728"/>
                  </a:cubicBezTo>
                  <a:cubicBezTo>
                    <a:pt x="2728528" y="4762343"/>
                    <a:pt x="2767124" y="4774150"/>
                    <a:pt x="2809193" y="4774150"/>
                  </a:cubicBezTo>
                  <a:cubicBezTo>
                    <a:pt x="2841340" y="4774150"/>
                    <a:pt x="2869021" y="4767093"/>
                    <a:pt x="2892239" y="4752979"/>
                  </a:cubicBezTo>
                  <a:cubicBezTo>
                    <a:pt x="2915456" y="4738865"/>
                    <a:pt x="2934407" y="4717694"/>
                    <a:pt x="2949091" y="4689466"/>
                  </a:cubicBezTo>
                  <a:lnTo>
                    <a:pt x="2949091" y="4759862"/>
                  </a:lnTo>
                  <a:lnTo>
                    <a:pt x="3183049" y="4759862"/>
                  </a:lnTo>
                  <a:lnTo>
                    <a:pt x="3183049" y="4363384"/>
                  </a:lnTo>
                  <a:cubicBezTo>
                    <a:pt x="3183049" y="4232812"/>
                    <a:pt x="3178882" y="4146591"/>
                    <a:pt x="3170547" y="4104721"/>
                  </a:cubicBezTo>
                  <a:cubicBezTo>
                    <a:pt x="3162213" y="4062850"/>
                    <a:pt x="3137408" y="4027529"/>
                    <a:pt x="3096133" y="3998755"/>
                  </a:cubicBezTo>
                  <a:cubicBezTo>
                    <a:pt x="3054858" y="3969982"/>
                    <a:pt x="2993541" y="3955595"/>
                    <a:pt x="2912182" y="3955595"/>
                  </a:cubicBezTo>
                  <a:close/>
                  <a:moveTo>
                    <a:pt x="2596071" y="3955595"/>
                  </a:moveTo>
                  <a:cubicBezTo>
                    <a:pt x="2529793" y="3959973"/>
                    <a:pt x="2479191" y="3999363"/>
                    <a:pt x="2444267" y="4073764"/>
                  </a:cubicBezTo>
                  <a:lnTo>
                    <a:pt x="2453791" y="3969882"/>
                  </a:lnTo>
                  <a:lnTo>
                    <a:pt x="2213285" y="3969882"/>
                  </a:lnTo>
                  <a:lnTo>
                    <a:pt x="2213285" y="4759862"/>
                  </a:lnTo>
                  <a:lnTo>
                    <a:pt x="2453791" y="4759862"/>
                  </a:lnTo>
                  <a:lnTo>
                    <a:pt x="2453791" y="4447918"/>
                  </a:lnTo>
                  <a:cubicBezTo>
                    <a:pt x="2453791" y="4371321"/>
                    <a:pt x="2456172" y="4322407"/>
                    <a:pt x="2460935" y="4301174"/>
                  </a:cubicBezTo>
                  <a:cubicBezTo>
                    <a:pt x="2465697" y="4279941"/>
                    <a:pt x="2478397" y="4263371"/>
                    <a:pt x="2499035" y="4251465"/>
                  </a:cubicBezTo>
                  <a:cubicBezTo>
                    <a:pt x="2519673" y="4239559"/>
                    <a:pt x="2552018" y="4233606"/>
                    <a:pt x="2596071" y="4233606"/>
                  </a:cubicBezTo>
                  <a:close/>
                  <a:moveTo>
                    <a:pt x="4968986" y="3864512"/>
                  </a:moveTo>
                  <a:lnTo>
                    <a:pt x="4968986" y="3988932"/>
                  </a:lnTo>
                  <a:lnTo>
                    <a:pt x="4917194" y="3988932"/>
                  </a:lnTo>
                  <a:lnTo>
                    <a:pt x="4917194" y="4113948"/>
                  </a:lnTo>
                  <a:lnTo>
                    <a:pt x="4968986" y="4113948"/>
                  </a:lnTo>
                  <a:lnTo>
                    <a:pt x="4968986" y="4515189"/>
                  </a:lnTo>
                  <a:cubicBezTo>
                    <a:pt x="4968986" y="4593770"/>
                    <a:pt x="4971169" y="4643677"/>
                    <a:pt x="4975535" y="4664910"/>
                  </a:cubicBezTo>
                  <a:cubicBezTo>
                    <a:pt x="4979900" y="4686143"/>
                    <a:pt x="4991013" y="4704994"/>
                    <a:pt x="5008872" y="4721464"/>
                  </a:cubicBezTo>
                  <a:cubicBezTo>
                    <a:pt x="5026732" y="4737935"/>
                    <a:pt x="5047369" y="4748452"/>
                    <a:pt x="5070785" y="4753016"/>
                  </a:cubicBezTo>
                  <a:cubicBezTo>
                    <a:pt x="5094201" y="4757580"/>
                    <a:pt x="5133293" y="4759862"/>
                    <a:pt x="5188061" y="4759862"/>
                  </a:cubicBezTo>
                  <a:lnTo>
                    <a:pt x="5285097" y="4759862"/>
                  </a:lnTo>
                  <a:lnTo>
                    <a:pt x="5285097" y="4632465"/>
                  </a:lnTo>
                  <a:cubicBezTo>
                    <a:pt x="5245807" y="4632465"/>
                    <a:pt x="5223482" y="4629489"/>
                    <a:pt x="5218125" y="4623535"/>
                  </a:cubicBezTo>
                  <a:cubicBezTo>
                    <a:pt x="5212767" y="4617582"/>
                    <a:pt x="5210088" y="4588611"/>
                    <a:pt x="5210088" y="4536620"/>
                  </a:cubicBezTo>
                  <a:lnTo>
                    <a:pt x="5210088" y="4113948"/>
                  </a:lnTo>
                  <a:lnTo>
                    <a:pt x="5274977" y="4113948"/>
                  </a:lnTo>
                  <a:lnTo>
                    <a:pt x="5274977" y="3988932"/>
                  </a:lnTo>
                  <a:lnTo>
                    <a:pt x="5210088" y="3988932"/>
                  </a:lnTo>
                  <a:lnTo>
                    <a:pt x="5210088" y="3864512"/>
                  </a:lnTo>
                  <a:close/>
                  <a:moveTo>
                    <a:pt x="5327960" y="3796051"/>
                  </a:moveTo>
                  <a:lnTo>
                    <a:pt x="5327960" y="3921662"/>
                  </a:lnTo>
                  <a:lnTo>
                    <a:pt x="5575610" y="3921662"/>
                  </a:lnTo>
                  <a:lnTo>
                    <a:pt x="5575610" y="3796051"/>
                  </a:lnTo>
                  <a:close/>
                  <a:moveTo>
                    <a:pt x="4623110" y="3796051"/>
                  </a:moveTo>
                  <a:lnTo>
                    <a:pt x="4623110" y="3921662"/>
                  </a:lnTo>
                  <a:lnTo>
                    <a:pt x="4870760" y="3921662"/>
                  </a:lnTo>
                  <a:lnTo>
                    <a:pt x="4870760" y="3796051"/>
                  </a:lnTo>
                  <a:close/>
                  <a:moveTo>
                    <a:pt x="4291521" y="3796051"/>
                  </a:moveTo>
                  <a:lnTo>
                    <a:pt x="4291521" y="4020037"/>
                  </a:lnTo>
                  <a:cubicBezTo>
                    <a:pt x="4271280" y="3998557"/>
                    <a:pt x="4248757" y="3982446"/>
                    <a:pt x="4223953" y="3971705"/>
                  </a:cubicBezTo>
                  <a:cubicBezTo>
                    <a:pt x="4199148" y="3960965"/>
                    <a:pt x="4171863" y="3955595"/>
                    <a:pt x="4142097" y="3955595"/>
                  </a:cubicBezTo>
                  <a:cubicBezTo>
                    <a:pt x="4103600" y="3955595"/>
                    <a:pt x="4070461" y="3965219"/>
                    <a:pt x="4042680" y="3984467"/>
                  </a:cubicBezTo>
                  <a:cubicBezTo>
                    <a:pt x="4014899" y="4003716"/>
                    <a:pt x="3997139" y="4026040"/>
                    <a:pt x="3989400" y="4051440"/>
                  </a:cubicBezTo>
                  <a:cubicBezTo>
                    <a:pt x="3981660" y="4076840"/>
                    <a:pt x="3977791" y="4119901"/>
                    <a:pt x="3977791" y="4180623"/>
                  </a:cubicBezTo>
                  <a:lnTo>
                    <a:pt x="3977791" y="4550312"/>
                  </a:lnTo>
                  <a:cubicBezTo>
                    <a:pt x="3977791" y="4608653"/>
                    <a:pt x="3981660" y="4650722"/>
                    <a:pt x="3989400" y="4676518"/>
                  </a:cubicBezTo>
                  <a:cubicBezTo>
                    <a:pt x="3997139" y="4702315"/>
                    <a:pt x="4014700" y="4725036"/>
                    <a:pt x="4042085" y="4744682"/>
                  </a:cubicBezTo>
                  <a:cubicBezTo>
                    <a:pt x="4069469" y="4764327"/>
                    <a:pt x="4101814" y="4774150"/>
                    <a:pt x="4139121" y="4774150"/>
                  </a:cubicBezTo>
                  <a:cubicBezTo>
                    <a:pt x="4166902" y="4774150"/>
                    <a:pt x="4193493" y="4768184"/>
                    <a:pt x="4218892" y="4756253"/>
                  </a:cubicBezTo>
                  <a:cubicBezTo>
                    <a:pt x="4244292" y="4744322"/>
                    <a:pt x="4268502" y="4726425"/>
                    <a:pt x="4291521" y="4702563"/>
                  </a:cubicBezTo>
                  <a:lnTo>
                    <a:pt x="4291521" y="4759862"/>
                  </a:lnTo>
                  <a:lnTo>
                    <a:pt x="4532027" y="4759862"/>
                  </a:lnTo>
                  <a:lnTo>
                    <a:pt x="4532027" y="3796051"/>
                  </a:lnTo>
                  <a:close/>
                  <a:moveTo>
                    <a:pt x="3487253" y="3796051"/>
                  </a:moveTo>
                  <a:lnTo>
                    <a:pt x="3487253" y="4759862"/>
                  </a:lnTo>
                  <a:lnTo>
                    <a:pt x="3921832" y="4759862"/>
                  </a:lnTo>
                  <a:lnTo>
                    <a:pt x="3921832" y="4566981"/>
                  </a:lnTo>
                  <a:lnTo>
                    <a:pt x="3737880" y="4566981"/>
                  </a:lnTo>
                  <a:lnTo>
                    <a:pt x="3737880" y="4355050"/>
                  </a:lnTo>
                  <a:lnTo>
                    <a:pt x="3894447" y="4355050"/>
                  </a:lnTo>
                  <a:lnTo>
                    <a:pt x="3894447" y="4171693"/>
                  </a:lnTo>
                  <a:lnTo>
                    <a:pt x="3737880" y="4171693"/>
                  </a:lnTo>
                  <a:lnTo>
                    <a:pt x="3737880" y="3988932"/>
                  </a:lnTo>
                  <a:lnTo>
                    <a:pt x="3905163" y="3988932"/>
                  </a:lnTo>
                  <a:lnTo>
                    <a:pt x="3905163" y="3796051"/>
                  </a:lnTo>
                  <a:close/>
                  <a:moveTo>
                    <a:pt x="1034120" y="3796051"/>
                  </a:moveTo>
                  <a:lnTo>
                    <a:pt x="906276" y="4759862"/>
                  </a:lnTo>
                  <a:lnTo>
                    <a:pt x="1165386" y="4759862"/>
                  </a:lnTo>
                  <a:lnTo>
                    <a:pt x="1180455" y="4586626"/>
                  </a:lnTo>
                  <a:lnTo>
                    <a:pt x="1270105" y="4586626"/>
                  </a:lnTo>
                  <a:lnTo>
                    <a:pt x="1283556" y="4759862"/>
                  </a:lnTo>
                  <a:lnTo>
                    <a:pt x="1539689" y="4759862"/>
                  </a:lnTo>
                  <a:lnTo>
                    <a:pt x="1396367" y="3796051"/>
                  </a:lnTo>
                  <a:close/>
                  <a:moveTo>
                    <a:pt x="2272816" y="2638168"/>
                  </a:moveTo>
                  <a:cubicBezTo>
                    <a:pt x="2287103" y="2638168"/>
                    <a:pt x="2296430" y="2643427"/>
                    <a:pt x="2300796" y="2653944"/>
                  </a:cubicBezTo>
                  <a:cubicBezTo>
                    <a:pt x="2305162" y="2664461"/>
                    <a:pt x="2307344" y="2689961"/>
                    <a:pt x="2307344" y="2730442"/>
                  </a:cubicBezTo>
                  <a:lnTo>
                    <a:pt x="2307344" y="3094773"/>
                  </a:lnTo>
                  <a:cubicBezTo>
                    <a:pt x="2307344" y="3128904"/>
                    <a:pt x="2305062" y="3151130"/>
                    <a:pt x="2300498" y="3161448"/>
                  </a:cubicBezTo>
                  <a:cubicBezTo>
                    <a:pt x="2295934" y="3171767"/>
                    <a:pt x="2286509" y="3176926"/>
                    <a:pt x="2272221" y="3176926"/>
                  </a:cubicBezTo>
                  <a:cubicBezTo>
                    <a:pt x="2258330" y="3176926"/>
                    <a:pt x="2249003" y="3171271"/>
                    <a:pt x="2244241" y="3159960"/>
                  </a:cubicBezTo>
                  <a:cubicBezTo>
                    <a:pt x="2239478" y="3148649"/>
                    <a:pt x="2237097" y="3124340"/>
                    <a:pt x="2237097" y="3087034"/>
                  </a:cubicBezTo>
                  <a:lnTo>
                    <a:pt x="2237097" y="2730442"/>
                  </a:lnTo>
                  <a:cubicBezTo>
                    <a:pt x="2237097" y="2689961"/>
                    <a:pt x="2239478" y="2664461"/>
                    <a:pt x="2244241" y="2653944"/>
                  </a:cubicBezTo>
                  <a:cubicBezTo>
                    <a:pt x="2249003" y="2643427"/>
                    <a:pt x="2258529" y="2638168"/>
                    <a:pt x="2272816" y="2638168"/>
                  </a:cubicBezTo>
                  <a:close/>
                  <a:moveTo>
                    <a:pt x="3499160" y="2512558"/>
                  </a:moveTo>
                  <a:lnTo>
                    <a:pt x="3499160" y="3302537"/>
                  </a:lnTo>
                  <a:lnTo>
                    <a:pt x="3746810" y="3302537"/>
                  </a:lnTo>
                  <a:lnTo>
                    <a:pt x="3746810" y="2512558"/>
                  </a:lnTo>
                  <a:close/>
                  <a:moveTo>
                    <a:pt x="1213755" y="2503628"/>
                  </a:moveTo>
                  <a:cubicBezTo>
                    <a:pt x="1246299" y="2503628"/>
                    <a:pt x="1267730" y="2508589"/>
                    <a:pt x="1278049" y="2518511"/>
                  </a:cubicBezTo>
                  <a:cubicBezTo>
                    <a:pt x="1288368" y="2528433"/>
                    <a:pt x="1293527" y="2549864"/>
                    <a:pt x="1293527" y="2582804"/>
                  </a:cubicBezTo>
                  <a:lnTo>
                    <a:pt x="1293527" y="2661981"/>
                  </a:lnTo>
                  <a:cubicBezTo>
                    <a:pt x="1293527" y="2697700"/>
                    <a:pt x="1289062" y="2721214"/>
                    <a:pt x="1280133" y="2732525"/>
                  </a:cubicBezTo>
                  <a:cubicBezTo>
                    <a:pt x="1271203" y="2743837"/>
                    <a:pt x="1255229" y="2749492"/>
                    <a:pt x="1232210" y="2749492"/>
                  </a:cubicBezTo>
                  <a:cubicBezTo>
                    <a:pt x="1227051" y="2749492"/>
                    <a:pt x="1220899" y="2749293"/>
                    <a:pt x="1213755" y="2748897"/>
                  </a:cubicBezTo>
                  <a:close/>
                  <a:moveTo>
                    <a:pt x="2264482" y="2498270"/>
                  </a:moveTo>
                  <a:cubicBezTo>
                    <a:pt x="2200188" y="2498270"/>
                    <a:pt x="2147404" y="2510772"/>
                    <a:pt x="2106128" y="2535775"/>
                  </a:cubicBezTo>
                  <a:cubicBezTo>
                    <a:pt x="2064854" y="2560778"/>
                    <a:pt x="2036279" y="2593917"/>
                    <a:pt x="2020404" y="2635192"/>
                  </a:cubicBezTo>
                  <a:cubicBezTo>
                    <a:pt x="2004529" y="2676467"/>
                    <a:pt x="1996591" y="2733815"/>
                    <a:pt x="1996591" y="2807237"/>
                  </a:cubicBezTo>
                  <a:lnTo>
                    <a:pt x="1996591" y="3009643"/>
                  </a:lnTo>
                  <a:cubicBezTo>
                    <a:pt x="1996591" y="3076715"/>
                    <a:pt x="2000957" y="3127019"/>
                    <a:pt x="2009688" y="3160555"/>
                  </a:cubicBezTo>
                  <a:cubicBezTo>
                    <a:pt x="2018419" y="3194091"/>
                    <a:pt x="2033005" y="3222666"/>
                    <a:pt x="2053443" y="3246280"/>
                  </a:cubicBezTo>
                  <a:cubicBezTo>
                    <a:pt x="2073883" y="3269894"/>
                    <a:pt x="2102557" y="3287555"/>
                    <a:pt x="2139467" y="3299263"/>
                  </a:cubicBezTo>
                  <a:cubicBezTo>
                    <a:pt x="2176376" y="3310971"/>
                    <a:pt x="2221421" y="3316825"/>
                    <a:pt x="2274602" y="3316825"/>
                  </a:cubicBezTo>
                  <a:cubicBezTo>
                    <a:pt x="2322227" y="3316825"/>
                    <a:pt x="2364395" y="3309978"/>
                    <a:pt x="2401106" y="3296286"/>
                  </a:cubicBezTo>
                  <a:cubicBezTo>
                    <a:pt x="2437817" y="3282594"/>
                    <a:pt x="2467880" y="3261361"/>
                    <a:pt x="2491296" y="3232588"/>
                  </a:cubicBezTo>
                  <a:cubicBezTo>
                    <a:pt x="2514711" y="3203815"/>
                    <a:pt x="2529991" y="3172858"/>
                    <a:pt x="2537135" y="3139719"/>
                  </a:cubicBezTo>
                  <a:cubicBezTo>
                    <a:pt x="2544278" y="3106580"/>
                    <a:pt x="2547851" y="3054490"/>
                    <a:pt x="2547851" y="2983450"/>
                  </a:cubicBezTo>
                  <a:lnTo>
                    <a:pt x="2547851" y="2789973"/>
                  </a:lnTo>
                  <a:cubicBezTo>
                    <a:pt x="2547851" y="2734014"/>
                    <a:pt x="2543981" y="2692342"/>
                    <a:pt x="2536242" y="2664958"/>
                  </a:cubicBezTo>
                  <a:cubicBezTo>
                    <a:pt x="2528503" y="2637573"/>
                    <a:pt x="2514116" y="2610983"/>
                    <a:pt x="2493082" y="2585186"/>
                  </a:cubicBezTo>
                  <a:cubicBezTo>
                    <a:pt x="2472047" y="2559389"/>
                    <a:pt x="2442183" y="2538454"/>
                    <a:pt x="2403487" y="2522380"/>
                  </a:cubicBezTo>
                  <a:cubicBezTo>
                    <a:pt x="2364792" y="2506307"/>
                    <a:pt x="2318457" y="2498270"/>
                    <a:pt x="2264482" y="2498270"/>
                  </a:cubicBezTo>
                  <a:close/>
                  <a:moveTo>
                    <a:pt x="1948371" y="2498270"/>
                  </a:moveTo>
                  <a:cubicBezTo>
                    <a:pt x="1882093" y="2502648"/>
                    <a:pt x="1831491" y="2542038"/>
                    <a:pt x="1796566" y="2616440"/>
                  </a:cubicBezTo>
                  <a:lnTo>
                    <a:pt x="1806091" y="2512558"/>
                  </a:lnTo>
                  <a:lnTo>
                    <a:pt x="1565585" y="2512558"/>
                  </a:lnTo>
                  <a:lnTo>
                    <a:pt x="1565585" y="3302537"/>
                  </a:lnTo>
                  <a:lnTo>
                    <a:pt x="1806091" y="3302537"/>
                  </a:lnTo>
                  <a:lnTo>
                    <a:pt x="1806091" y="2990593"/>
                  </a:lnTo>
                  <a:cubicBezTo>
                    <a:pt x="1806091" y="2913996"/>
                    <a:pt x="1808472" y="2865082"/>
                    <a:pt x="1813235" y="2843849"/>
                  </a:cubicBezTo>
                  <a:cubicBezTo>
                    <a:pt x="1817997" y="2822616"/>
                    <a:pt x="1830697" y="2806047"/>
                    <a:pt x="1851335" y="2794141"/>
                  </a:cubicBezTo>
                  <a:cubicBezTo>
                    <a:pt x="1871972" y="2782234"/>
                    <a:pt x="1904318" y="2776281"/>
                    <a:pt x="1948371" y="2776281"/>
                  </a:cubicBezTo>
                  <a:close/>
                  <a:moveTo>
                    <a:pt x="5479169" y="2468504"/>
                  </a:moveTo>
                  <a:cubicBezTo>
                    <a:pt x="5497425" y="2468504"/>
                    <a:pt x="5509034" y="2474954"/>
                    <a:pt x="5513995" y="2487852"/>
                  </a:cubicBezTo>
                  <a:cubicBezTo>
                    <a:pt x="5518956" y="2500750"/>
                    <a:pt x="5521436" y="2532798"/>
                    <a:pt x="5521436" y="2583995"/>
                  </a:cubicBezTo>
                  <a:lnTo>
                    <a:pt x="5521436" y="3061435"/>
                  </a:lnTo>
                  <a:cubicBezTo>
                    <a:pt x="5521436" y="3108664"/>
                    <a:pt x="5518658" y="3139025"/>
                    <a:pt x="5513102" y="3152519"/>
                  </a:cubicBezTo>
                  <a:cubicBezTo>
                    <a:pt x="5507546" y="3166012"/>
                    <a:pt x="5495838" y="3172759"/>
                    <a:pt x="5477979" y="3172759"/>
                  </a:cubicBezTo>
                  <a:cubicBezTo>
                    <a:pt x="5460119" y="3172759"/>
                    <a:pt x="5448511" y="3167004"/>
                    <a:pt x="5443153" y="3155495"/>
                  </a:cubicBezTo>
                  <a:cubicBezTo>
                    <a:pt x="5437795" y="3143986"/>
                    <a:pt x="5435116" y="3110251"/>
                    <a:pt x="5435116" y="3054292"/>
                  </a:cubicBezTo>
                  <a:lnTo>
                    <a:pt x="5435116" y="2583995"/>
                  </a:lnTo>
                  <a:cubicBezTo>
                    <a:pt x="5435116" y="2534386"/>
                    <a:pt x="5437993" y="2502735"/>
                    <a:pt x="5443748" y="2489043"/>
                  </a:cubicBezTo>
                  <a:cubicBezTo>
                    <a:pt x="5449503" y="2475351"/>
                    <a:pt x="5461310" y="2468504"/>
                    <a:pt x="5479169" y="2468504"/>
                  </a:cubicBezTo>
                  <a:close/>
                  <a:moveTo>
                    <a:pt x="3131257" y="2468504"/>
                  </a:moveTo>
                  <a:cubicBezTo>
                    <a:pt x="3148323" y="2468504"/>
                    <a:pt x="3160527" y="2475053"/>
                    <a:pt x="3167868" y="2488150"/>
                  </a:cubicBezTo>
                  <a:cubicBezTo>
                    <a:pt x="3175211" y="2501247"/>
                    <a:pt x="3178882" y="2529028"/>
                    <a:pt x="3178882" y="2571494"/>
                  </a:cubicBezTo>
                  <a:lnTo>
                    <a:pt x="3178882" y="2745920"/>
                  </a:lnTo>
                  <a:cubicBezTo>
                    <a:pt x="3178882" y="2781242"/>
                    <a:pt x="3175012" y="2804955"/>
                    <a:pt x="3167274" y="2817060"/>
                  </a:cubicBezTo>
                  <a:cubicBezTo>
                    <a:pt x="3159534" y="2829165"/>
                    <a:pt x="3147330" y="2835217"/>
                    <a:pt x="3130661" y="2835217"/>
                  </a:cubicBezTo>
                  <a:cubicBezTo>
                    <a:pt x="3119549" y="2835217"/>
                    <a:pt x="3108734" y="2830454"/>
                    <a:pt x="3098217" y="2820929"/>
                  </a:cubicBezTo>
                  <a:cubicBezTo>
                    <a:pt x="3087700" y="2811404"/>
                    <a:pt x="3082441" y="2786401"/>
                    <a:pt x="3082441" y="2745920"/>
                  </a:cubicBezTo>
                  <a:lnTo>
                    <a:pt x="3082441" y="2565540"/>
                  </a:lnTo>
                  <a:cubicBezTo>
                    <a:pt x="3082441" y="2521090"/>
                    <a:pt x="3087997" y="2493805"/>
                    <a:pt x="3099110" y="2483685"/>
                  </a:cubicBezTo>
                  <a:cubicBezTo>
                    <a:pt x="3110222" y="2473565"/>
                    <a:pt x="3120938" y="2468504"/>
                    <a:pt x="3131257" y="2468504"/>
                  </a:cubicBezTo>
                  <a:close/>
                  <a:moveTo>
                    <a:pt x="4957080" y="2338726"/>
                  </a:moveTo>
                  <a:cubicBezTo>
                    <a:pt x="4896755" y="2416588"/>
                    <a:pt x="4808450" y="2468033"/>
                    <a:pt x="4692166" y="2493061"/>
                  </a:cubicBezTo>
                  <a:lnTo>
                    <a:pt x="4692166" y="2605426"/>
                  </a:lnTo>
                  <a:lnTo>
                    <a:pt x="4715978" y="2605426"/>
                  </a:lnTo>
                  <a:cubicBezTo>
                    <a:pt x="4771541" y="2605426"/>
                    <a:pt x="4807359" y="2609296"/>
                    <a:pt x="4823432" y="2617035"/>
                  </a:cubicBezTo>
                  <a:cubicBezTo>
                    <a:pt x="4839506" y="2624774"/>
                    <a:pt x="4849328" y="2636184"/>
                    <a:pt x="4852900" y="2651265"/>
                  </a:cubicBezTo>
                  <a:cubicBezTo>
                    <a:pt x="4856472" y="2666347"/>
                    <a:pt x="4858258" y="2711193"/>
                    <a:pt x="4858258" y="2785806"/>
                  </a:cubicBezTo>
                  <a:lnTo>
                    <a:pt x="4858258" y="3302537"/>
                  </a:lnTo>
                  <a:lnTo>
                    <a:pt x="5098764" y="3302537"/>
                  </a:lnTo>
                  <a:lnTo>
                    <a:pt x="5098764" y="2338726"/>
                  </a:lnTo>
                  <a:close/>
                  <a:moveTo>
                    <a:pt x="3499160" y="2338726"/>
                  </a:moveTo>
                  <a:lnTo>
                    <a:pt x="3499160" y="2464337"/>
                  </a:lnTo>
                  <a:lnTo>
                    <a:pt x="3746810" y="2464337"/>
                  </a:lnTo>
                  <a:lnTo>
                    <a:pt x="3746810" y="2338726"/>
                  </a:lnTo>
                  <a:close/>
                  <a:moveTo>
                    <a:pt x="963129" y="2338726"/>
                  </a:moveTo>
                  <a:lnTo>
                    <a:pt x="963129" y="3302537"/>
                  </a:lnTo>
                  <a:lnTo>
                    <a:pt x="1213755" y="3302537"/>
                  </a:lnTo>
                  <a:lnTo>
                    <a:pt x="1213755" y="2914394"/>
                  </a:lnTo>
                  <a:lnTo>
                    <a:pt x="1281026" y="2914394"/>
                  </a:lnTo>
                  <a:cubicBezTo>
                    <a:pt x="1335794" y="2914394"/>
                    <a:pt x="1380145" y="2906853"/>
                    <a:pt x="1414078" y="2891772"/>
                  </a:cubicBezTo>
                  <a:cubicBezTo>
                    <a:pt x="1448011" y="2876691"/>
                    <a:pt x="1471327" y="2855061"/>
                    <a:pt x="1484027" y="2826882"/>
                  </a:cubicBezTo>
                  <a:cubicBezTo>
                    <a:pt x="1496727" y="2798705"/>
                    <a:pt x="1503077" y="2753857"/>
                    <a:pt x="1503077" y="2692342"/>
                  </a:cubicBezTo>
                  <a:lnTo>
                    <a:pt x="1503077" y="2608403"/>
                  </a:lnTo>
                  <a:cubicBezTo>
                    <a:pt x="1503077" y="2548078"/>
                    <a:pt x="1499803" y="2503529"/>
                    <a:pt x="1493254" y="2474755"/>
                  </a:cubicBezTo>
                  <a:cubicBezTo>
                    <a:pt x="1486706" y="2445982"/>
                    <a:pt x="1474204" y="2421475"/>
                    <a:pt x="1455750" y="2401234"/>
                  </a:cubicBezTo>
                  <a:cubicBezTo>
                    <a:pt x="1437295" y="2380993"/>
                    <a:pt x="1409712" y="2365515"/>
                    <a:pt x="1373001" y="2354800"/>
                  </a:cubicBezTo>
                  <a:cubicBezTo>
                    <a:pt x="1336290" y="2344084"/>
                    <a:pt x="1283804" y="2338726"/>
                    <a:pt x="1215541" y="2338726"/>
                  </a:cubicBezTo>
                  <a:close/>
                  <a:moveTo>
                    <a:pt x="5473811" y="2320272"/>
                  </a:moveTo>
                  <a:cubicBezTo>
                    <a:pt x="5409121" y="2320272"/>
                    <a:pt x="5354054" y="2333567"/>
                    <a:pt x="5308612" y="2360158"/>
                  </a:cubicBezTo>
                  <a:cubicBezTo>
                    <a:pt x="5263170" y="2386748"/>
                    <a:pt x="5232809" y="2422070"/>
                    <a:pt x="5217529" y="2466123"/>
                  </a:cubicBezTo>
                  <a:cubicBezTo>
                    <a:pt x="5202250" y="2510176"/>
                    <a:pt x="5194610" y="2576454"/>
                    <a:pt x="5194610" y="2664958"/>
                  </a:cubicBezTo>
                  <a:lnTo>
                    <a:pt x="5194610" y="3001309"/>
                  </a:lnTo>
                  <a:cubicBezTo>
                    <a:pt x="5194610" y="3069175"/>
                    <a:pt x="5199372" y="3118685"/>
                    <a:pt x="5208897" y="3149839"/>
                  </a:cubicBezTo>
                  <a:cubicBezTo>
                    <a:pt x="5218422" y="3180994"/>
                    <a:pt x="5234496" y="3210661"/>
                    <a:pt x="5257118" y="3238839"/>
                  </a:cubicBezTo>
                  <a:cubicBezTo>
                    <a:pt x="5279739" y="3267017"/>
                    <a:pt x="5310100" y="3287754"/>
                    <a:pt x="5348200" y="3301049"/>
                  </a:cubicBezTo>
                  <a:cubicBezTo>
                    <a:pt x="5386300" y="3314344"/>
                    <a:pt x="5434124" y="3320992"/>
                    <a:pt x="5491671" y="3320992"/>
                  </a:cubicBezTo>
                  <a:cubicBezTo>
                    <a:pt x="5535327" y="3320992"/>
                    <a:pt x="5574816" y="3314642"/>
                    <a:pt x="5610138" y="3301942"/>
                  </a:cubicBezTo>
                  <a:cubicBezTo>
                    <a:pt x="5645460" y="3289242"/>
                    <a:pt x="5675622" y="3268406"/>
                    <a:pt x="5700625" y="3239434"/>
                  </a:cubicBezTo>
                  <a:cubicBezTo>
                    <a:pt x="5725628" y="3210462"/>
                    <a:pt x="5742099" y="3179307"/>
                    <a:pt x="5750036" y="3145970"/>
                  </a:cubicBezTo>
                  <a:cubicBezTo>
                    <a:pt x="5757974" y="3112633"/>
                    <a:pt x="5761942" y="3059451"/>
                    <a:pt x="5761942" y="2986426"/>
                  </a:cubicBezTo>
                  <a:lnTo>
                    <a:pt x="5761942" y="2664958"/>
                  </a:lnTo>
                  <a:cubicBezTo>
                    <a:pt x="5761942" y="2591932"/>
                    <a:pt x="5758272" y="2538751"/>
                    <a:pt x="5750929" y="2505414"/>
                  </a:cubicBezTo>
                  <a:cubicBezTo>
                    <a:pt x="5743587" y="2472076"/>
                    <a:pt x="5729597" y="2442112"/>
                    <a:pt x="5708960" y="2415522"/>
                  </a:cubicBezTo>
                  <a:cubicBezTo>
                    <a:pt x="5688322" y="2388931"/>
                    <a:pt x="5657168" y="2366408"/>
                    <a:pt x="5615496" y="2347954"/>
                  </a:cubicBezTo>
                  <a:cubicBezTo>
                    <a:pt x="5573824" y="2329499"/>
                    <a:pt x="5526596" y="2320272"/>
                    <a:pt x="5473811" y="2320272"/>
                  </a:cubicBezTo>
                  <a:close/>
                  <a:moveTo>
                    <a:pt x="3120541" y="2320272"/>
                  </a:moveTo>
                  <a:cubicBezTo>
                    <a:pt x="3068551" y="2320272"/>
                    <a:pt x="3022910" y="2328011"/>
                    <a:pt x="2983619" y="2343489"/>
                  </a:cubicBezTo>
                  <a:cubicBezTo>
                    <a:pt x="2944329" y="2358967"/>
                    <a:pt x="2913571" y="2380696"/>
                    <a:pt x="2891346" y="2408675"/>
                  </a:cubicBezTo>
                  <a:cubicBezTo>
                    <a:pt x="2869121" y="2436655"/>
                    <a:pt x="2855329" y="2467115"/>
                    <a:pt x="2849972" y="2500056"/>
                  </a:cubicBezTo>
                  <a:cubicBezTo>
                    <a:pt x="2844614" y="2532997"/>
                    <a:pt x="2841935" y="2583201"/>
                    <a:pt x="2841935" y="2650670"/>
                  </a:cubicBezTo>
                  <a:lnTo>
                    <a:pt x="2841935" y="2727465"/>
                  </a:lnTo>
                  <a:cubicBezTo>
                    <a:pt x="2841935" y="2784218"/>
                    <a:pt x="2846499" y="2829264"/>
                    <a:pt x="2855627" y="2862601"/>
                  </a:cubicBezTo>
                  <a:cubicBezTo>
                    <a:pt x="2864755" y="2895939"/>
                    <a:pt x="2886186" y="2924514"/>
                    <a:pt x="2919921" y="2948326"/>
                  </a:cubicBezTo>
                  <a:cubicBezTo>
                    <a:pt x="2953655" y="2972139"/>
                    <a:pt x="2992549" y="2984045"/>
                    <a:pt x="3036602" y="2984045"/>
                  </a:cubicBezTo>
                  <a:cubicBezTo>
                    <a:pt x="3071924" y="2984045"/>
                    <a:pt x="3101491" y="2977596"/>
                    <a:pt x="3125304" y="2964697"/>
                  </a:cubicBezTo>
                  <a:cubicBezTo>
                    <a:pt x="3149116" y="2951799"/>
                    <a:pt x="3166976" y="2932451"/>
                    <a:pt x="3178882" y="2906654"/>
                  </a:cubicBezTo>
                  <a:lnTo>
                    <a:pt x="3178882" y="3060245"/>
                  </a:lnTo>
                  <a:cubicBezTo>
                    <a:pt x="3178882" y="3096361"/>
                    <a:pt x="3178386" y="3120372"/>
                    <a:pt x="3177394" y="3132278"/>
                  </a:cubicBezTo>
                  <a:cubicBezTo>
                    <a:pt x="3176401" y="3144184"/>
                    <a:pt x="3171936" y="3153908"/>
                    <a:pt x="3163999" y="3161448"/>
                  </a:cubicBezTo>
                  <a:cubicBezTo>
                    <a:pt x="3156062" y="3168989"/>
                    <a:pt x="3145941" y="3172759"/>
                    <a:pt x="3133638" y="3172759"/>
                  </a:cubicBezTo>
                  <a:cubicBezTo>
                    <a:pt x="3118954" y="3172759"/>
                    <a:pt x="3107345" y="3168790"/>
                    <a:pt x="3098812" y="3160853"/>
                  </a:cubicBezTo>
                  <a:cubicBezTo>
                    <a:pt x="3090279" y="3152916"/>
                    <a:pt x="3085417" y="3143093"/>
                    <a:pt x="3084227" y="3131385"/>
                  </a:cubicBezTo>
                  <a:cubicBezTo>
                    <a:pt x="3083037" y="3119677"/>
                    <a:pt x="3082441" y="3091400"/>
                    <a:pt x="3082441" y="3046553"/>
                  </a:cubicBezTo>
                  <a:lnTo>
                    <a:pt x="2841935" y="3046553"/>
                  </a:lnTo>
                  <a:cubicBezTo>
                    <a:pt x="2841935" y="3106878"/>
                    <a:pt x="2851361" y="3156884"/>
                    <a:pt x="2870212" y="3196572"/>
                  </a:cubicBezTo>
                  <a:cubicBezTo>
                    <a:pt x="2889064" y="3236259"/>
                    <a:pt x="2920020" y="3267017"/>
                    <a:pt x="2963081" y="3288845"/>
                  </a:cubicBezTo>
                  <a:cubicBezTo>
                    <a:pt x="3006142" y="3310673"/>
                    <a:pt x="3061605" y="3321587"/>
                    <a:pt x="3129471" y="3321587"/>
                  </a:cubicBezTo>
                  <a:cubicBezTo>
                    <a:pt x="3184240" y="3321587"/>
                    <a:pt x="3232460" y="3312955"/>
                    <a:pt x="3274132" y="3295691"/>
                  </a:cubicBezTo>
                  <a:cubicBezTo>
                    <a:pt x="3315803" y="3278427"/>
                    <a:pt x="3348843" y="3252531"/>
                    <a:pt x="3373251" y="3218003"/>
                  </a:cubicBezTo>
                  <a:cubicBezTo>
                    <a:pt x="3397659" y="3183475"/>
                    <a:pt x="3411450" y="3146863"/>
                    <a:pt x="3414625" y="3108168"/>
                  </a:cubicBezTo>
                  <a:cubicBezTo>
                    <a:pt x="3417800" y="3069472"/>
                    <a:pt x="3419388" y="2992777"/>
                    <a:pt x="3419388" y="2878080"/>
                  </a:cubicBezTo>
                  <a:lnTo>
                    <a:pt x="3419388" y="2744134"/>
                  </a:lnTo>
                  <a:cubicBezTo>
                    <a:pt x="3419388" y="2638168"/>
                    <a:pt x="3417602" y="2566731"/>
                    <a:pt x="3414030" y="2529822"/>
                  </a:cubicBezTo>
                  <a:cubicBezTo>
                    <a:pt x="3410458" y="2492912"/>
                    <a:pt x="3397362" y="2457690"/>
                    <a:pt x="3374739" y="2424154"/>
                  </a:cubicBezTo>
                  <a:cubicBezTo>
                    <a:pt x="3352118" y="2390618"/>
                    <a:pt x="3320169" y="2364920"/>
                    <a:pt x="3278894" y="2347061"/>
                  </a:cubicBezTo>
                  <a:cubicBezTo>
                    <a:pt x="3237619" y="2329201"/>
                    <a:pt x="3184835" y="2320272"/>
                    <a:pt x="3120541" y="2320272"/>
                  </a:cubicBezTo>
                  <a:close/>
                  <a:moveTo>
                    <a:pt x="4334383" y="2318486"/>
                  </a:moveTo>
                  <a:cubicBezTo>
                    <a:pt x="4259771" y="2318486"/>
                    <a:pt x="4198950" y="2335849"/>
                    <a:pt x="4151920" y="2370575"/>
                  </a:cubicBezTo>
                  <a:cubicBezTo>
                    <a:pt x="4104890" y="2405302"/>
                    <a:pt x="4076414" y="2443501"/>
                    <a:pt x="4066492" y="2485173"/>
                  </a:cubicBezTo>
                  <a:cubicBezTo>
                    <a:pt x="4056571" y="2526845"/>
                    <a:pt x="4051610" y="2593718"/>
                    <a:pt x="4051610" y="2685794"/>
                  </a:cubicBezTo>
                  <a:lnTo>
                    <a:pt x="4051610" y="2972139"/>
                  </a:lnTo>
                  <a:cubicBezTo>
                    <a:pt x="4051610" y="3038417"/>
                    <a:pt x="4053992" y="3088125"/>
                    <a:pt x="4058758" y="3121264"/>
                  </a:cubicBezTo>
                  <a:cubicBezTo>
                    <a:pt x="4063524" y="3154404"/>
                    <a:pt x="4075439" y="3186055"/>
                    <a:pt x="4094505" y="3216217"/>
                  </a:cubicBezTo>
                  <a:cubicBezTo>
                    <a:pt x="4113570" y="3246379"/>
                    <a:pt x="4141471" y="3271680"/>
                    <a:pt x="4178207" y="3292119"/>
                  </a:cubicBezTo>
                  <a:cubicBezTo>
                    <a:pt x="4214942" y="3312558"/>
                    <a:pt x="4254363" y="3322778"/>
                    <a:pt x="4296469" y="3322778"/>
                  </a:cubicBezTo>
                  <a:cubicBezTo>
                    <a:pt x="4331816" y="3322778"/>
                    <a:pt x="4362496" y="3315336"/>
                    <a:pt x="4388510" y="3300454"/>
                  </a:cubicBezTo>
                  <a:cubicBezTo>
                    <a:pt x="4414524" y="3285571"/>
                    <a:pt x="4436070" y="3263246"/>
                    <a:pt x="4453148" y="3233481"/>
                  </a:cubicBezTo>
                  <a:lnTo>
                    <a:pt x="4476328" y="3302537"/>
                  </a:lnTo>
                  <a:lnTo>
                    <a:pt x="4633825" y="3302537"/>
                  </a:lnTo>
                  <a:lnTo>
                    <a:pt x="4633825" y="2785211"/>
                  </a:lnTo>
                  <a:lnTo>
                    <a:pt x="4340336" y="2785211"/>
                  </a:lnTo>
                  <a:lnTo>
                    <a:pt x="4340336" y="2931657"/>
                  </a:lnTo>
                  <a:lnTo>
                    <a:pt x="4390938" y="2931657"/>
                  </a:lnTo>
                  <a:lnTo>
                    <a:pt x="4390938" y="3045957"/>
                  </a:lnTo>
                  <a:cubicBezTo>
                    <a:pt x="4390938" y="3090804"/>
                    <a:pt x="4387664" y="3120967"/>
                    <a:pt x="4381115" y="3136445"/>
                  </a:cubicBezTo>
                  <a:cubicBezTo>
                    <a:pt x="4374567" y="3151923"/>
                    <a:pt x="4362164" y="3159662"/>
                    <a:pt x="4343908" y="3159662"/>
                  </a:cubicBezTo>
                  <a:cubicBezTo>
                    <a:pt x="4327239" y="3159662"/>
                    <a:pt x="4316127" y="3152816"/>
                    <a:pt x="4310571" y="3139124"/>
                  </a:cubicBezTo>
                  <a:cubicBezTo>
                    <a:pt x="4305014" y="3125432"/>
                    <a:pt x="4302236" y="3096956"/>
                    <a:pt x="4302236" y="3053696"/>
                  </a:cubicBezTo>
                  <a:lnTo>
                    <a:pt x="4302236" y="2591139"/>
                  </a:lnTo>
                  <a:cubicBezTo>
                    <a:pt x="4302236" y="2541926"/>
                    <a:pt x="4305014" y="2511367"/>
                    <a:pt x="4310571" y="2499461"/>
                  </a:cubicBezTo>
                  <a:cubicBezTo>
                    <a:pt x="4316127" y="2487555"/>
                    <a:pt x="4326644" y="2481601"/>
                    <a:pt x="4342122" y="2481601"/>
                  </a:cubicBezTo>
                  <a:cubicBezTo>
                    <a:pt x="4359982" y="2481601"/>
                    <a:pt x="4371292" y="2488546"/>
                    <a:pt x="4376055" y="2502437"/>
                  </a:cubicBezTo>
                  <a:cubicBezTo>
                    <a:pt x="4380817" y="2516328"/>
                    <a:pt x="4383199" y="2550856"/>
                    <a:pt x="4383199" y="2606022"/>
                  </a:cubicBezTo>
                  <a:lnTo>
                    <a:pt x="4383199" y="2693533"/>
                  </a:lnTo>
                  <a:lnTo>
                    <a:pt x="4633825" y="2693533"/>
                  </a:lnTo>
                  <a:lnTo>
                    <a:pt x="4633825" y="2651861"/>
                  </a:lnTo>
                  <a:cubicBezTo>
                    <a:pt x="4633825" y="2572883"/>
                    <a:pt x="4626483" y="2512657"/>
                    <a:pt x="4611799" y="2471183"/>
                  </a:cubicBezTo>
                  <a:cubicBezTo>
                    <a:pt x="4597114" y="2429710"/>
                    <a:pt x="4565563" y="2393892"/>
                    <a:pt x="4517144" y="2363729"/>
                  </a:cubicBezTo>
                  <a:cubicBezTo>
                    <a:pt x="4468725" y="2333567"/>
                    <a:pt x="4407805" y="2318486"/>
                    <a:pt x="4334383" y="2318486"/>
                  </a:cubicBezTo>
                  <a:close/>
                  <a:moveTo>
                    <a:pt x="6743017" y="1460045"/>
                  </a:moveTo>
                  <a:lnTo>
                    <a:pt x="6743017" y="1622565"/>
                  </a:lnTo>
                  <a:cubicBezTo>
                    <a:pt x="6743017" y="1662253"/>
                    <a:pt x="6740735" y="1686760"/>
                    <a:pt x="6736171" y="1696087"/>
                  </a:cubicBezTo>
                  <a:cubicBezTo>
                    <a:pt x="6731607" y="1705413"/>
                    <a:pt x="6721784" y="1710076"/>
                    <a:pt x="6706703" y="1710076"/>
                  </a:cubicBezTo>
                  <a:cubicBezTo>
                    <a:pt x="6690828" y="1710076"/>
                    <a:pt x="6680212" y="1704123"/>
                    <a:pt x="6674854" y="1692217"/>
                  </a:cubicBezTo>
                  <a:cubicBezTo>
                    <a:pt x="6669496" y="1680311"/>
                    <a:pt x="6666817" y="1653919"/>
                    <a:pt x="6666817" y="1613040"/>
                  </a:cubicBezTo>
                  <a:cubicBezTo>
                    <a:pt x="6666817" y="1577321"/>
                    <a:pt x="6669893" y="1549937"/>
                    <a:pt x="6676045" y="1530887"/>
                  </a:cubicBezTo>
                  <a:cubicBezTo>
                    <a:pt x="6682196" y="1511837"/>
                    <a:pt x="6704520" y="1488223"/>
                    <a:pt x="6743017" y="1460045"/>
                  </a:cubicBezTo>
                  <a:close/>
                  <a:moveTo>
                    <a:pt x="6094722" y="1171319"/>
                  </a:moveTo>
                  <a:cubicBezTo>
                    <a:pt x="6109010" y="1171319"/>
                    <a:pt x="6118237" y="1176279"/>
                    <a:pt x="6122404" y="1186201"/>
                  </a:cubicBezTo>
                  <a:cubicBezTo>
                    <a:pt x="6126571" y="1196123"/>
                    <a:pt x="6128655" y="1219142"/>
                    <a:pt x="6128655" y="1255257"/>
                  </a:cubicBezTo>
                  <a:lnTo>
                    <a:pt x="6128655" y="1499931"/>
                  </a:lnTo>
                  <a:cubicBezTo>
                    <a:pt x="6128655" y="1544778"/>
                    <a:pt x="6126274" y="1573551"/>
                    <a:pt x="6121511" y="1586251"/>
                  </a:cubicBezTo>
                  <a:cubicBezTo>
                    <a:pt x="6116749" y="1598951"/>
                    <a:pt x="6106430" y="1605301"/>
                    <a:pt x="6090555" y="1605301"/>
                  </a:cubicBezTo>
                  <a:cubicBezTo>
                    <a:pt x="6076664" y="1605301"/>
                    <a:pt x="6067536" y="1600043"/>
                    <a:pt x="6063170" y="1589525"/>
                  </a:cubicBezTo>
                  <a:cubicBezTo>
                    <a:pt x="6058805" y="1579008"/>
                    <a:pt x="6056622" y="1556089"/>
                    <a:pt x="6056622" y="1520767"/>
                  </a:cubicBezTo>
                  <a:lnTo>
                    <a:pt x="6056622" y="1255257"/>
                  </a:lnTo>
                  <a:cubicBezTo>
                    <a:pt x="6056622" y="1221920"/>
                    <a:pt x="6059499" y="1199596"/>
                    <a:pt x="6065254" y="1188285"/>
                  </a:cubicBezTo>
                  <a:cubicBezTo>
                    <a:pt x="6071009" y="1176974"/>
                    <a:pt x="6080832" y="1171319"/>
                    <a:pt x="6094722" y="1171319"/>
                  </a:cubicBezTo>
                  <a:close/>
                  <a:moveTo>
                    <a:pt x="5473216" y="1171319"/>
                  </a:moveTo>
                  <a:cubicBezTo>
                    <a:pt x="5487504" y="1171319"/>
                    <a:pt x="5496830" y="1176577"/>
                    <a:pt x="5501196" y="1187094"/>
                  </a:cubicBezTo>
                  <a:cubicBezTo>
                    <a:pt x="5505561" y="1197611"/>
                    <a:pt x="5507744" y="1223111"/>
                    <a:pt x="5507744" y="1263592"/>
                  </a:cubicBezTo>
                  <a:lnTo>
                    <a:pt x="5507744" y="1627923"/>
                  </a:lnTo>
                  <a:cubicBezTo>
                    <a:pt x="5507744" y="1662054"/>
                    <a:pt x="5505462" y="1684279"/>
                    <a:pt x="5500898" y="1694598"/>
                  </a:cubicBezTo>
                  <a:cubicBezTo>
                    <a:pt x="5496334" y="1704917"/>
                    <a:pt x="5486908" y="1710076"/>
                    <a:pt x="5472621" y="1710076"/>
                  </a:cubicBezTo>
                  <a:cubicBezTo>
                    <a:pt x="5458730" y="1710076"/>
                    <a:pt x="5449404" y="1704421"/>
                    <a:pt x="5444641" y="1693110"/>
                  </a:cubicBezTo>
                  <a:cubicBezTo>
                    <a:pt x="5439879" y="1681799"/>
                    <a:pt x="5437497" y="1657490"/>
                    <a:pt x="5437497" y="1620184"/>
                  </a:cubicBezTo>
                  <a:lnTo>
                    <a:pt x="5437497" y="1263592"/>
                  </a:lnTo>
                  <a:cubicBezTo>
                    <a:pt x="5437497" y="1223111"/>
                    <a:pt x="5439879" y="1197611"/>
                    <a:pt x="5444641" y="1187094"/>
                  </a:cubicBezTo>
                  <a:cubicBezTo>
                    <a:pt x="5449404" y="1176577"/>
                    <a:pt x="5458929" y="1171319"/>
                    <a:pt x="5473216" y="1171319"/>
                  </a:cubicBezTo>
                  <a:close/>
                  <a:moveTo>
                    <a:pt x="4101616" y="1171319"/>
                  </a:moveTo>
                  <a:cubicBezTo>
                    <a:pt x="4115903" y="1171319"/>
                    <a:pt x="4125230" y="1176577"/>
                    <a:pt x="4129596" y="1187094"/>
                  </a:cubicBezTo>
                  <a:cubicBezTo>
                    <a:pt x="4133961" y="1197611"/>
                    <a:pt x="4136144" y="1223111"/>
                    <a:pt x="4136144" y="1263592"/>
                  </a:cubicBezTo>
                  <a:lnTo>
                    <a:pt x="4136144" y="1627923"/>
                  </a:lnTo>
                  <a:cubicBezTo>
                    <a:pt x="4136144" y="1662054"/>
                    <a:pt x="4133862" y="1684279"/>
                    <a:pt x="4129298" y="1694598"/>
                  </a:cubicBezTo>
                  <a:cubicBezTo>
                    <a:pt x="4124734" y="1704917"/>
                    <a:pt x="4115308" y="1710076"/>
                    <a:pt x="4101021" y="1710076"/>
                  </a:cubicBezTo>
                  <a:cubicBezTo>
                    <a:pt x="4087130" y="1710076"/>
                    <a:pt x="4077803" y="1704421"/>
                    <a:pt x="4073041" y="1693110"/>
                  </a:cubicBezTo>
                  <a:cubicBezTo>
                    <a:pt x="4068278" y="1681799"/>
                    <a:pt x="4065897" y="1657490"/>
                    <a:pt x="4065897" y="1620184"/>
                  </a:cubicBezTo>
                  <a:lnTo>
                    <a:pt x="4065897" y="1263592"/>
                  </a:lnTo>
                  <a:cubicBezTo>
                    <a:pt x="4065897" y="1223111"/>
                    <a:pt x="4068278" y="1197611"/>
                    <a:pt x="4073041" y="1187094"/>
                  </a:cubicBezTo>
                  <a:cubicBezTo>
                    <a:pt x="4077803" y="1176577"/>
                    <a:pt x="4087328" y="1171319"/>
                    <a:pt x="4101616" y="1171319"/>
                  </a:cubicBezTo>
                  <a:close/>
                  <a:moveTo>
                    <a:pt x="2949091" y="1171319"/>
                  </a:moveTo>
                  <a:cubicBezTo>
                    <a:pt x="2963379" y="1171319"/>
                    <a:pt x="2972705" y="1176577"/>
                    <a:pt x="2977071" y="1187094"/>
                  </a:cubicBezTo>
                  <a:cubicBezTo>
                    <a:pt x="2981437" y="1197611"/>
                    <a:pt x="2983619" y="1223111"/>
                    <a:pt x="2983619" y="1263592"/>
                  </a:cubicBezTo>
                  <a:lnTo>
                    <a:pt x="2983619" y="1627923"/>
                  </a:lnTo>
                  <a:cubicBezTo>
                    <a:pt x="2983619" y="1662054"/>
                    <a:pt x="2981337" y="1684279"/>
                    <a:pt x="2976773" y="1694598"/>
                  </a:cubicBezTo>
                  <a:cubicBezTo>
                    <a:pt x="2972209" y="1704917"/>
                    <a:pt x="2962784" y="1710076"/>
                    <a:pt x="2948496" y="1710076"/>
                  </a:cubicBezTo>
                  <a:cubicBezTo>
                    <a:pt x="2934605" y="1710076"/>
                    <a:pt x="2925279" y="1704421"/>
                    <a:pt x="2920516" y="1693110"/>
                  </a:cubicBezTo>
                  <a:cubicBezTo>
                    <a:pt x="2915754" y="1681799"/>
                    <a:pt x="2913372" y="1657490"/>
                    <a:pt x="2913372" y="1620184"/>
                  </a:cubicBezTo>
                  <a:lnTo>
                    <a:pt x="2913372" y="1263592"/>
                  </a:lnTo>
                  <a:cubicBezTo>
                    <a:pt x="2913372" y="1223111"/>
                    <a:pt x="2915754" y="1197611"/>
                    <a:pt x="2920516" y="1187094"/>
                  </a:cubicBezTo>
                  <a:cubicBezTo>
                    <a:pt x="2925279" y="1176577"/>
                    <a:pt x="2934804" y="1171319"/>
                    <a:pt x="2949091" y="1171319"/>
                  </a:cubicBezTo>
                  <a:close/>
                  <a:moveTo>
                    <a:pt x="1692982" y="1171319"/>
                  </a:moveTo>
                  <a:cubicBezTo>
                    <a:pt x="1706476" y="1171319"/>
                    <a:pt x="1715405" y="1177272"/>
                    <a:pt x="1719771" y="1189178"/>
                  </a:cubicBezTo>
                  <a:cubicBezTo>
                    <a:pt x="1724137" y="1201084"/>
                    <a:pt x="1726319" y="1227476"/>
                    <a:pt x="1726319" y="1268354"/>
                  </a:cubicBezTo>
                  <a:lnTo>
                    <a:pt x="1726319" y="1326100"/>
                  </a:lnTo>
                  <a:lnTo>
                    <a:pt x="1656072" y="1326100"/>
                  </a:lnTo>
                  <a:lnTo>
                    <a:pt x="1656072" y="1268354"/>
                  </a:lnTo>
                  <a:cubicBezTo>
                    <a:pt x="1656072" y="1223904"/>
                    <a:pt x="1658057" y="1196619"/>
                    <a:pt x="1662026" y="1186499"/>
                  </a:cubicBezTo>
                  <a:cubicBezTo>
                    <a:pt x="1665994" y="1176379"/>
                    <a:pt x="1676313" y="1171319"/>
                    <a:pt x="1692982" y="1171319"/>
                  </a:cubicBezTo>
                  <a:close/>
                  <a:moveTo>
                    <a:pt x="3249129" y="1045708"/>
                  </a:moveTo>
                  <a:lnTo>
                    <a:pt x="3369977" y="1835687"/>
                  </a:lnTo>
                  <a:lnTo>
                    <a:pt x="3684302" y="1835687"/>
                  </a:lnTo>
                  <a:lnTo>
                    <a:pt x="3796816" y="1045708"/>
                  </a:lnTo>
                  <a:lnTo>
                    <a:pt x="3582048" y="1045708"/>
                  </a:lnTo>
                  <a:cubicBezTo>
                    <a:pt x="3573316" y="1131873"/>
                    <a:pt x="3565540" y="1220807"/>
                    <a:pt x="3558719" y="1312510"/>
                  </a:cubicBezTo>
                  <a:cubicBezTo>
                    <a:pt x="3545944" y="1476779"/>
                    <a:pt x="3536906" y="1580131"/>
                    <a:pt x="3531604" y="1622565"/>
                  </a:cubicBezTo>
                  <a:lnTo>
                    <a:pt x="3463906" y="1045708"/>
                  </a:lnTo>
                  <a:close/>
                  <a:moveTo>
                    <a:pt x="6712656" y="1031420"/>
                  </a:moveTo>
                  <a:cubicBezTo>
                    <a:pt x="6644791" y="1031420"/>
                    <a:pt x="6589625" y="1044120"/>
                    <a:pt x="6547160" y="1069520"/>
                  </a:cubicBezTo>
                  <a:cubicBezTo>
                    <a:pt x="6504694" y="1094920"/>
                    <a:pt x="6476417" y="1124190"/>
                    <a:pt x="6462327" y="1157329"/>
                  </a:cubicBezTo>
                  <a:cubicBezTo>
                    <a:pt x="6448238" y="1190468"/>
                    <a:pt x="6441194" y="1237597"/>
                    <a:pt x="6441194" y="1298715"/>
                  </a:cubicBezTo>
                  <a:lnTo>
                    <a:pt x="6441194" y="1351698"/>
                  </a:lnTo>
                  <a:lnTo>
                    <a:pt x="6666817" y="1351698"/>
                  </a:lnTo>
                  <a:lnTo>
                    <a:pt x="6666817" y="1268950"/>
                  </a:lnTo>
                  <a:cubicBezTo>
                    <a:pt x="6666817" y="1224897"/>
                    <a:pt x="6668802" y="1197611"/>
                    <a:pt x="6672770" y="1187094"/>
                  </a:cubicBezTo>
                  <a:cubicBezTo>
                    <a:pt x="6676739" y="1176577"/>
                    <a:pt x="6686860" y="1171319"/>
                    <a:pt x="6703131" y="1171319"/>
                  </a:cubicBezTo>
                  <a:cubicBezTo>
                    <a:pt x="6717419" y="1171319"/>
                    <a:pt x="6727639" y="1177569"/>
                    <a:pt x="6733790" y="1190071"/>
                  </a:cubicBezTo>
                  <a:cubicBezTo>
                    <a:pt x="6739941" y="1202573"/>
                    <a:pt x="6743017" y="1229461"/>
                    <a:pt x="6743017" y="1270736"/>
                  </a:cubicBezTo>
                  <a:cubicBezTo>
                    <a:pt x="6743017" y="1303676"/>
                    <a:pt x="6740239" y="1325504"/>
                    <a:pt x="6734683" y="1336220"/>
                  </a:cubicBezTo>
                  <a:cubicBezTo>
                    <a:pt x="6729127" y="1346936"/>
                    <a:pt x="6686860" y="1367772"/>
                    <a:pt x="6607881" y="1398728"/>
                  </a:cubicBezTo>
                  <a:cubicBezTo>
                    <a:pt x="6534063" y="1427303"/>
                    <a:pt x="6487827" y="1452306"/>
                    <a:pt x="6469174" y="1473737"/>
                  </a:cubicBezTo>
                  <a:cubicBezTo>
                    <a:pt x="6450521" y="1495168"/>
                    <a:pt x="6441194" y="1535451"/>
                    <a:pt x="6441194" y="1594586"/>
                  </a:cubicBezTo>
                  <a:lnTo>
                    <a:pt x="6441194" y="1659475"/>
                  </a:lnTo>
                  <a:cubicBezTo>
                    <a:pt x="6441194" y="1739247"/>
                    <a:pt x="6458756" y="1790940"/>
                    <a:pt x="6493879" y="1814554"/>
                  </a:cubicBezTo>
                  <a:cubicBezTo>
                    <a:pt x="6529002" y="1838168"/>
                    <a:pt x="6567598" y="1849975"/>
                    <a:pt x="6609667" y="1849975"/>
                  </a:cubicBezTo>
                  <a:cubicBezTo>
                    <a:pt x="6641814" y="1849975"/>
                    <a:pt x="6669496" y="1842918"/>
                    <a:pt x="6692713" y="1828804"/>
                  </a:cubicBezTo>
                  <a:cubicBezTo>
                    <a:pt x="6715931" y="1814690"/>
                    <a:pt x="6734881" y="1793519"/>
                    <a:pt x="6749566" y="1765292"/>
                  </a:cubicBezTo>
                  <a:lnTo>
                    <a:pt x="6749566" y="1835687"/>
                  </a:lnTo>
                  <a:lnTo>
                    <a:pt x="6983524" y="1835687"/>
                  </a:lnTo>
                  <a:lnTo>
                    <a:pt x="6983524" y="1439209"/>
                  </a:lnTo>
                  <a:cubicBezTo>
                    <a:pt x="6983524" y="1308637"/>
                    <a:pt x="6979356" y="1222416"/>
                    <a:pt x="6971022" y="1180546"/>
                  </a:cubicBezTo>
                  <a:cubicBezTo>
                    <a:pt x="6962688" y="1138676"/>
                    <a:pt x="6937883" y="1103354"/>
                    <a:pt x="6896608" y="1074580"/>
                  </a:cubicBezTo>
                  <a:cubicBezTo>
                    <a:pt x="6855333" y="1045807"/>
                    <a:pt x="6794016" y="1031420"/>
                    <a:pt x="6712656" y="1031420"/>
                  </a:cubicBezTo>
                  <a:close/>
                  <a:moveTo>
                    <a:pt x="5979827" y="1031420"/>
                  </a:moveTo>
                  <a:cubicBezTo>
                    <a:pt x="5924661" y="1031420"/>
                    <a:pt x="5883584" y="1047890"/>
                    <a:pt x="5856597" y="1080831"/>
                  </a:cubicBezTo>
                  <a:cubicBezTo>
                    <a:pt x="5829610" y="1113772"/>
                    <a:pt x="5816116" y="1167747"/>
                    <a:pt x="5816116" y="1242756"/>
                  </a:cubicBezTo>
                  <a:lnTo>
                    <a:pt x="5816116" y="1529697"/>
                  </a:lnTo>
                  <a:cubicBezTo>
                    <a:pt x="5816116" y="1582084"/>
                    <a:pt x="5821275" y="1622466"/>
                    <a:pt x="5831594" y="1650843"/>
                  </a:cubicBezTo>
                  <a:cubicBezTo>
                    <a:pt x="5841912" y="1679219"/>
                    <a:pt x="5861062" y="1702139"/>
                    <a:pt x="5889042" y="1719601"/>
                  </a:cubicBezTo>
                  <a:cubicBezTo>
                    <a:pt x="5917021" y="1737064"/>
                    <a:pt x="5952641" y="1745795"/>
                    <a:pt x="5995900" y="1745795"/>
                  </a:cubicBezTo>
                  <a:cubicBezTo>
                    <a:pt x="6020903" y="1745795"/>
                    <a:pt x="6044815" y="1741020"/>
                    <a:pt x="6067635" y="1731470"/>
                  </a:cubicBezTo>
                  <a:cubicBezTo>
                    <a:pt x="6090455" y="1721921"/>
                    <a:pt x="6112184" y="1707794"/>
                    <a:pt x="6132822" y="1689092"/>
                  </a:cubicBezTo>
                  <a:lnTo>
                    <a:pt x="6132822" y="1748688"/>
                  </a:lnTo>
                  <a:cubicBezTo>
                    <a:pt x="6132822" y="1782850"/>
                    <a:pt x="6129845" y="1805295"/>
                    <a:pt x="6123892" y="1816023"/>
                  </a:cubicBezTo>
                  <a:cubicBezTo>
                    <a:pt x="6117939" y="1826751"/>
                    <a:pt x="6105835" y="1832115"/>
                    <a:pt x="6087578" y="1832115"/>
                  </a:cubicBezTo>
                  <a:cubicBezTo>
                    <a:pt x="6062178" y="1832115"/>
                    <a:pt x="6049478" y="1814653"/>
                    <a:pt x="6049478" y="1779728"/>
                  </a:cubicBezTo>
                  <a:lnTo>
                    <a:pt x="5816116" y="1779728"/>
                  </a:lnTo>
                  <a:cubicBezTo>
                    <a:pt x="5817703" y="1855928"/>
                    <a:pt x="5841714" y="1907025"/>
                    <a:pt x="5888149" y="1933021"/>
                  </a:cubicBezTo>
                  <a:cubicBezTo>
                    <a:pt x="5934583" y="1959016"/>
                    <a:pt x="5996098" y="1972014"/>
                    <a:pt x="6072695" y="1972014"/>
                  </a:cubicBezTo>
                  <a:cubicBezTo>
                    <a:pt x="6135005" y="1972014"/>
                    <a:pt x="6186698" y="1964969"/>
                    <a:pt x="6227774" y="1950880"/>
                  </a:cubicBezTo>
                  <a:cubicBezTo>
                    <a:pt x="6268851" y="1936791"/>
                    <a:pt x="6300898" y="1916352"/>
                    <a:pt x="6323917" y="1889563"/>
                  </a:cubicBezTo>
                  <a:cubicBezTo>
                    <a:pt x="6346936" y="1862774"/>
                    <a:pt x="6360331" y="1837374"/>
                    <a:pt x="6364101" y="1813363"/>
                  </a:cubicBezTo>
                  <a:cubicBezTo>
                    <a:pt x="6367871" y="1789352"/>
                    <a:pt x="6369756" y="1736270"/>
                    <a:pt x="6369756" y="1654117"/>
                  </a:cubicBezTo>
                  <a:lnTo>
                    <a:pt x="6369756" y="1045708"/>
                  </a:lnTo>
                  <a:lnTo>
                    <a:pt x="6145919" y="1045708"/>
                  </a:lnTo>
                  <a:lnTo>
                    <a:pt x="6128655" y="1105388"/>
                  </a:lnTo>
                  <a:cubicBezTo>
                    <a:pt x="6109208" y="1080732"/>
                    <a:pt x="6087082" y="1062240"/>
                    <a:pt x="6062277" y="1049912"/>
                  </a:cubicBezTo>
                  <a:cubicBezTo>
                    <a:pt x="6037473" y="1037584"/>
                    <a:pt x="6009989" y="1031420"/>
                    <a:pt x="5979827" y="1031420"/>
                  </a:cubicBezTo>
                  <a:close/>
                  <a:moveTo>
                    <a:pt x="5464882" y="1031420"/>
                  </a:moveTo>
                  <a:cubicBezTo>
                    <a:pt x="5400588" y="1031420"/>
                    <a:pt x="5347804" y="1043922"/>
                    <a:pt x="5306529" y="1068925"/>
                  </a:cubicBezTo>
                  <a:cubicBezTo>
                    <a:pt x="5265253" y="1093928"/>
                    <a:pt x="5236678" y="1127067"/>
                    <a:pt x="5220804" y="1168342"/>
                  </a:cubicBezTo>
                  <a:cubicBezTo>
                    <a:pt x="5204929" y="1209617"/>
                    <a:pt x="5196991" y="1266965"/>
                    <a:pt x="5196991" y="1340387"/>
                  </a:cubicBezTo>
                  <a:lnTo>
                    <a:pt x="5196991" y="1542793"/>
                  </a:lnTo>
                  <a:cubicBezTo>
                    <a:pt x="5196991" y="1609865"/>
                    <a:pt x="5201357" y="1660169"/>
                    <a:pt x="5210088" y="1693705"/>
                  </a:cubicBezTo>
                  <a:cubicBezTo>
                    <a:pt x="5218819" y="1727241"/>
                    <a:pt x="5233404" y="1755816"/>
                    <a:pt x="5253843" y="1779430"/>
                  </a:cubicBezTo>
                  <a:cubicBezTo>
                    <a:pt x="5274283" y="1803044"/>
                    <a:pt x="5302957" y="1820705"/>
                    <a:pt x="5339866" y="1832413"/>
                  </a:cubicBezTo>
                  <a:cubicBezTo>
                    <a:pt x="5376775" y="1844121"/>
                    <a:pt x="5421821" y="1849975"/>
                    <a:pt x="5475002" y="1849975"/>
                  </a:cubicBezTo>
                  <a:cubicBezTo>
                    <a:pt x="5522627" y="1849975"/>
                    <a:pt x="5564795" y="1843129"/>
                    <a:pt x="5601506" y="1829437"/>
                  </a:cubicBezTo>
                  <a:cubicBezTo>
                    <a:pt x="5638217" y="1815744"/>
                    <a:pt x="5668280" y="1794511"/>
                    <a:pt x="5691696" y="1765738"/>
                  </a:cubicBezTo>
                  <a:cubicBezTo>
                    <a:pt x="5715111" y="1736965"/>
                    <a:pt x="5730391" y="1706008"/>
                    <a:pt x="5737535" y="1672869"/>
                  </a:cubicBezTo>
                  <a:cubicBezTo>
                    <a:pt x="5744678" y="1639730"/>
                    <a:pt x="5748250" y="1587640"/>
                    <a:pt x="5748250" y="1516600"/>
                  </a:cubicBezTo>
                  <a:lnTo>
                    <a:pt x="5748250" y="1323123"/>
                  </a:lnTo>
                  <a:cubicBezTo>
                    <a:pt x="5748250" y="1267164"/>
                    <a:pt x="5744381" y="1225492"/>
                    <a:pt x="5736642" y="1198107"/>
                  </a:cubicBezTo>
                  <a:cubicBezTo>
                    <a:pt x="5728902" y="1170723"/>
                    <a:pt x="5714516" y="1144132"/>
                    <a:pt x="5693482" y="1118336"/>
                  </a:cubicBezTo>
                  <a:cubicBezTo>
                    <a:pt x="5672447" y="1092539"/>
                    <a:pt x="5642582" y="1071604"/>
                    <a:pt x="5603887" y="1055530"/>
                  </a:cubicBezTo>
                  <a:cubicBezTo>
                    <a:pt x="5565192" y="1039457"/>
                    <a:pt x="5518857" y="1031420"/>
                    <a:pt x="5464882" y="1031420"/>
                  </a:cubicBezTo>
                  <a:close/>
                  <a:moveTo>
                    <a:pt x="4093282" y="1031420"/>
                  </a:moveTo>
                  <a:cubicBezTo>
                    <a:pt x="4028988" y="1031420"/>
                    <a:pt x="3976204" y="1043922"/>
                    <a:pt x="3934928" y="1068925"/>
                  </a:cubicBezTo>
                  <a:cubicBezTo>
                    <a:pt x="3893654" y="1093928"/>
                    <a:pt x="3865079" y="1127067"/>
                    <a:pt x="3849203" y="1168342"/>
                  </a:cubicBezTo>
                  <a:cubicBezTo>
                    <a:pt x="3833329" y="1209617"/>
                    <a:pt x="3825391" y="1266965"/>
                    <a:pt x="3825391" y="1340387"/>
                  </a:cubicBezTo>
                  <a:lnTo>
                    <a:pt x="3825391" y="1542793"/>
                  </a:lnTo>
                  <a:cubicBezTo>
                    <a:pt x="3825391" y="1609865"/>
                    <a:pt x="3829757" y="1660169"/>
                    <a:pt x="3838488" y="1693705"/>
                  </a:cubicBezTo>
                  <a:cubicBezTo>
                    <a:pt x="3847219" y="1727241"/>
                    <a:pt x="3861804" y="1755816"/>
                    <a:pt x="3882243" y="1779430"/>
                  </a:cubicBezTo>
                  <a:cubicBezTo>
                    <a:pt x="3902682" y="1803044"/>
                    <a:pt x="3931357" y="1820705"/>
                    <a:pt x="3968266" y="1832413"/>
                  </a:cubicBezTo>
                  <a:cubicBezTo>
                    <a:pt x="4005175" y="1844121"/>
                    <a:pt x="4050221" y="1849975"/>
                    <a:pt x="4103402" y="1849975"/>
                  </a:cubicBezTo>
                  <a:cubicBezTo>
                    <a:pt x="4151027" y="1849975"/>
                    <a:pt x="4193195" y="1843129"/>
                    <a:pt x="4229906" y="1829437"/>
                  </a:cubicBezTo>
                  <a:cubicBezTo>
                    <a:pt x="4266617" y="1815744"/>
                    <a:pt x="4296680" y="1794511"/>
                    <a:pt x="4320096" y="1765738"/>
                  </a:cubicBezTo>
                  <a:cubicBezTo>
                    <a:pt x="4343511" y="1736965"/>
                    <a:pt x="4358791" y="1706008"/>
                    <a:pt x="4365935" y="1672869"/>
                  </a:cubicBezTo>
                  <a:cubicBezTo>
                    <a:pt x="4373078" y="1639730"/>
                    <a:pt x="4376650" y="1587640"/>
                    <a:pt x="4376650" y="1516600"/>
                  </a:cubicBezTo>
                  <a:lnTo>
                    <a:pt x="4376650" y="1323123"/>
                  </a:lnTo>
                  <a:cubicBezTo>
                    <a:pt x="4376650" y="1267164"/>
                    <a:pt x="4372781" y="1225492"/>
                    <a:pt x="4365042" y="1198107"/>
                  </a:cubicBezTo>
                  <a:cubicBezTo>
                    <a:pt x="4357303" y="1170723"/>
                    <a:pt x="4342916" y="1144132"/>
                    <a:pt x="4321882" y="1118336"/>
                  </a:cubicBezTo>
                  <a:cubicBezTo>
                    <a:pt x="4300847" y="1092539"/>
                    <a:pt x="4270982" y="1071604"/>
                    <a:pt x="4232287" y="1055530"/>
                  </a:cubicBezTo>
                  <a:cubicBezTo>
                    <a:pt x="4193592" y="1039457"/>
                    <a:pt x="4147256" y="1031420"/>
                    <a:pt x="4093282" y="1031420"/>
                  </a:cubicBezTo>
                  <a:close/>
                  <a:moveTo>
                    <a:pt x="2940757" y="1031420"/>
                  </a:moveTo>
                  <a:cubicBezTo>
                    <a:pt x="2876463" y="1031420"/>
                    <a:pt x="2823679" y="1043922"/>
                    <a:pt x="2782404" y="1068925"/>
                  </a:cubicBezTo>
                  <a:cubicBezTo>
                    <a:pt x="2741129" y="1093928"/>
                    <a:pt x="2712554" y="1127067"/>
                    <a:pt x="2696679" y="1168342"/>
                  </a:cubicBezTo>
                  <a:cubicBezTo>
                    <a:pt x="2680804" y="1209617"/>
                    <a:pt x="2672866" y="1266965"/>
                    <a:pt x="2672866" y="1340387"/>
                  </a:cubicBezTo>
                  <a:lnTo>
                    <a:pt x="2672866" y="1542793"/>
                  </a:lnTo>
                  <a:cubicBezTo>
                    <a:pt x="2672866" y="1609865"/>
                    <a:pt x="2677232" y="1660169"/>
                    <a:pt x="2685963" y="1693705"/>
                  </a:cubicBezTo>
                  <a:cubicBezTo>
                    <a:pt x="2694694" y="1727241"/>
                    <a:pt x="2709279" y="1755816"/>
                    <a:pt x="2729719" y="1779430"/>
                  </a:cubicBezTo>
                  <a:cubicBezTo>
                    <a:pt x="2750157" y="1803044"/>
                    <a:pt x="2778832" y="1820705"/>
                    <a:pt x="2815741" y="1832413"/>
                  </a:cubicBezTo>
                  <a:cubicBezTo>
                    <a:pt x="2852651" y="1844121"/>
                    <a:pt x="2897696" y="1849975"/>
                    <a:pt x="2950877" y="1849975"/>
                  </a:cubicBezTo>
                  <a:cubicBezTo>
                    <a:pt x="2998502" y="1849975"/>
                    <a:pt x="3040670" y="1843129"/>
                    <a:pt x="3077381" y="1829437"/>
                  </a:cubicBezTo>
                  <a:cubicBezTo>
                    <a:pt x="3114092" y="1815744"/>
                    <a:pt x="3144156" y="1794511"/>
                    <a:pt x="3167571" y="1765738"/>
                  </a:cubicBezTo>
                  <a:cubicBezTo>
                    <a:pt x="3190986" y="1736965"/>
                    <a:pt x="3206266" y="1706008"/>
                    <a:pt x="3213410" y="1672869"/>
                  </a:cubicBezTo>
                  <a:cubicBezTo>
                    <a:pt x="3220553" y="1639730"/>
                    <a:pt x="3224126" y="1587640"/>
                    <a:pt x="3224126" y="1516600"/>
                  </a:cubicBezTo>
                  <a:lnTo>
                    <a:pt x="3224126" y="1323123"/>
                  </a:lnTo>
                  <a:cubicBezTo>
                    <a:pt x="3224126" y="1267164"/>
                    <a:pt x="3220256" y="1225492"/>
                    <a:pt x="3212517" y="1198107"/>
                  </a:cubicBezTo>
                  <a:cubicBezTo>
                    <a:pt x="3204778" y="1170723"/>
                    <a:pt x="3190391" y="1144132"/>
                    <a:pt x="3169357" y="1118336"/>
                  </a:cubicBezTo>
                  <a:cubicBezTo>
                    <a:pt x="3148323" y="1092539"/>
                    <a:pt x="3118458" y="1071604"/>
                    <a:pt x="3079762" y="1055530"/>
                  </a:cubicBezTo>
                  <a:cubicBezTo>
                    <a:pt x="3041067" y="1039457"/>
                    <a:pt x="2994732" y="1031420"/>
                    <a:pt x="2940757" y="1031420"/>
                  </a:cubicBezTo>
                  <a:close/>
                  <a:moveTo>
                    <a:pt x="2433550" y="1031420"/>
                  </a:moveTo>
                  <a:cubicBezTo>
                    <a:pt x="2400610" y="1031420"/>
                    <a:pt x="2371539" y="1038675"/>
                    <a:pt x="2346337" y="1053186"/>
                  </a:cubicBezTo>
                  <a:cubicBezTo>
                    <a:pt x="2321136" y="1067697"/>
                    <a:pt x="2299803" y="1089463"/>
                    <a:pt x="2282341" y="1118485"/>
                  </a:cubicBezTo>
                  <a:lnTo>
                    <a:pt x="2286509" y="1045708"/>
                  </a:lnTo>
                  <a:lnTo>
                    <a:pt x="2041835" y="1045708"/>
                  </a:lnTo>
                  <a:lnTo>
                    <a:pt x="2041835" y="1835687"/>
                  </a:lnTo>
                  <a:lnTo>
                    <a:pt x="2282341" y="1835687"/>
                  </a:lnTo>
                  <a:lnTo>
                    <a:pt x="2282341" y="1301692"/>
                  </a:lnTo>
                  <a:cubicBezTo>
                    <a:pt x="2282341" y="1242161"/>
                    <a:pt x="2284524" y="1205549"/>
                    <a:pt x="2288890" y="1191857"/>
                  </a:cubicBezTo>
                  <a:cubicBezTo>
                    <a:pt x="2293255" y="1178164"/>
                    <a:pt x="2303971" y="1171319"/>
                    <a:pt x="2321036" y="1171319"/>
                  </a:cubicBezTo>
                  <a:cubicBezTo>
                    <a:pt x="2337308" y="1171319"/>
                    <a:pt x="2347230" y="1177272"/>
                    <a:pt x="2350802" y="1189178"/>
                  </a:cubicBezTo>
                  <a:cubicBezTo>
                    <a:pt x="2354374" y="1201084"/>
                    <a:pt x="2356160" y="1234223"/>
                    <a:pt x="2356160" y="1288595"/>
                  </a:cubicBezTo>
                  <a:lnTo>
                    <a:pt x="2356160" y="1835687"/>
                  </a:lnTo>
                  <a:lnTo>
                    <a:pt x="2596666" y="1835687"/>
                  </a:lnTo>
                  <a:lnTo>
                    <a:pt x="2596666" y="1282047"/>
                  </a:lnTo>
                  <a:cubicBezTo>
                    <a:pt x="2596666" y="1212990"/>
                    <a:pt x="2592896" y="1163679"/>
                    <a:pt x="2585356" y="1134111"/>
                  </a:cubicBezTo>
                  <a:cubicBezTo>
                    <a:pt x="2577815" y="1104544"/>
                    <a:pt x="2560947" y="1080037"/>
                    <a:pt x="2534754" y="1060590"/>
                  </a:cubicBezTo>
                  <a:cubicBezTo>
                    <a:pt x="2508560" y="1041143"/>
                    <a:pt x="2474825" y="1031420"/>
                    <a:pt x="2433550" y="1031420"/>
                  </a:cubicBezTo>
                  <a:close/>
                  <a:moveTo>
                    <a:pt x="1681671" y="1031420"/>
                  </a:moveTo>
                  <a:cubicBezTo>
                    <a:pt x="1626505" y="1031420"/>
                    <a:pt x="1577690" y="1042037"/>
                    <a:pt x="1535224" y="1063269"/>
                  </a:cubicBezTo>
                  <a:cubicBezTo>
                    <a:pt x="1492758" y="1084502"/>
                    <a:pt x="1462199" y="1115061"/>
                    <a:pt x="1443546" y="1154947"/>
                  </a:cubicBezTo>
                  <a:cubicBezTo>
                    <a:pt x="1424893" y="1194833"/>
                    <a:pt x="1415566" y="1249304"/>
                    <a:pt x="1415566" y="1318361"/>
                  </a:cubicBezTo>
                  <a:lnTo>
                    <a:pt x="1415566" y="1548747"/>
                  </a:lnTo>
                  <a:cubicBezTo>
                    <a:pt x="1415566" y="1607484"/>
                    <a:pt x="1419733" y="1652232"/>
                    <a:pt x="1428068" y="1682990"/>
                  </a:cubicBezTo>
                  <a:cubicBezTo>
                    <a:pt x="1436402" y="1713747"/>
                    <a:pt x="1451384" y="1741925"/>
                    <a:pt x="1473014" y="1767524"/>
                  </a:cubicBezTo>
                  <a:cubicBezTo>
                    <a:pt x="1494644" y="1793122"/>
                    <a:pt x="1524905" y="1813264"/>
                    <a:pt x="1563799" y="1827948"/>
                  </a:cubicBezTo>
                  <a:cubicBezTo>
                    <a:pt x="1602693" y="1842632"/>
                    <a:pt x="1647540" y="1849975"/>
                    <a:pt x="1698339" y="1849975"/>
                  </a:cubicBezTo>
                  <a:cubicBezTo>
                    <a:pt x="1750727" y="1849975"/>
                    <a:pt x="1794284" y="1842533"/>
                    <a:pt x="1829011" y="1827650"/>
                  </a:cubicBezTo>
                  <a:cubicBezTo>
                    <a:pt x="1863737" y="1812768"/>
                    <a:pt x="1892412" y="1790443"/>
                    <a:pt x="1915033" y="1760678"/>
                  </a:cubicBezTo>
                  <a:cubicBezTo>
                    <a:pt x="1937655" y="1730912"/>
                    <a:pt x="1952042" y="1702933"/>
                    <a:pt x="1958194" y="1676739"/>
                  </a:cubicBezTo>
                  <a:cubicBezTo>
                    <a:pt x="1964345" y="1650545"/>
                    <a:pt x="1967421" y="1613040"/>
                    <a:pt x="1967421" y="1564225"/>
                  </a:cubicBezTo>
                  <a:lnTo>
                    <a:pt x="1967421" y="1505884"/>
                  </a:lnTo>
                  <a:lnTo>
                    <a:pt x="1739416" y="1505884"/>
                  </a:lnTo>
                  <a:lnTo>
                    <a:pt x="1739416" y="1610064"/>
                  </a:lnTo>
                  <a:cubicBezTo>
                    <a:pt x="1739416" y="1649354"/>
                    <a:pt x="1736340" y="1675846"/>
                    <a:pt x="1730189" y="1689538"/>
                  </a:cubicBezTo>
                  <a:cubicBezTo>
                    <a:pt x="1724037" y="1703230"/>
                    <a:pt x="1711833" y="1710076"/>
                    <a:pt x="1693577" y="1710076"/>
                  </a:cubicBezTo>
                  <a:cubicBezTo>
                    <a:pt x="1678893" y="1710076"/>
                    <a:pt x="1668971" y="1704917"/>
                    <a:pt x="1663812" y="1694598"/>
                  </a:cubicBezTo>
                  <a:cubicBezTo>
                    <a:pt x="1658652" y="1684279"/>
                    <a:pt x="1656072" y="1661261"/>
                    <a:pt x="1656072" y="1625542"/>
                  </a:cubicBezTo>
                  <a:lnTo>
                    <a:pt x="1656072" y="1454687"/>
                  </a:lnTo>
                  <a:lnTo>
                    <a:pt x="1967421" y="1454687"/>
                  </a:lnTo>
                  <a:lnTo>
                    <a:pt x="1967421" y="1349912"/>
                  </a:lnTo>
                  <a:cubicBezTo>
                    <a:pt x="1967421" y="1273315"/>
                    <a:pt x="1958590" y="1213883"/>
                    <a:pt x="1940929" y="1171616"/>
                  </a:cubicBezTo>
                  <a:cubicBezTo>
                    <a:pt x="1923268" y="1129349"/>
                    <a:pt x="1892511" y="1095416"/>
                    <a:pt x="1848656" y="1069818"/>
                  </a:cubicBezTo>
                  <a:cubicBezTo>
                    <a:pt x="1804801" y="1044219"/>
                    <a:pt x="1749140" y="1031420"/>
                    <a:pt x="1681671" y="1031420"/>
                  </a:cubicBezTo>
                  <a:close/>
                  <a:moveTo>
                    <a:pt x="4630253" y="871876"/>
                  </a:moveTo>
                  <a:lnTo>
                    <a:pt x="4806466" y="1486834"/>
                  </a:lnTo>
                  <a:lnTo>
                    <a:pt x="4806466" y="1835687"/>
                  </a:lnTo>
                  <a:lnTo>
                    <a:pt x="5038638" y="1835687"/>
                  </a:lnTo>
                  <a:lnTo>
                    <a:pt x="5038638" y="1486834"/>
                  </a:lnTo>
                  <a:lnTo>
                    <a:pt x="5221399" y="871876"/>
                  </a:lnTo>
                  <a:lnTo>
                    <a:pt x="4991162" y="871876"/>
                  </a:lnTo>
                  <a:cubicBezTo>
                    <a:pt x="4958519" y="1022248"/>
                    <a:pt x="4935252" y="1148852"/>
                    <a:pt x="4921361" y="1251686"/>
                  </a:cubicBezTo>
                  <a:cubicBezTo>
                    <a:pt x="4916760" y="1186604"/>
                    <a:pt x="4896470" y="1060001"/>
                    <a:pt x="4860491" y="871876"/>
                  </a:cubicBezTo>
                  <a:close/>
                  <a:moveTo>
                    <a:pt x="963129" y="871876"/>
                  </a:moveTo>
                  <a:lnTo>
                    <a:pt x="963129" y="1835687"/>
                  </a:lnTo>
                  <a:lnTo>
                    <a:pt x="1366155" y="1835687"/>
                  </a:lnTo>
                  <a:lnTo>
                    <a:pt x="1366155" y="1642806"/>
                  </a:lnTo>
                  <a:lnTo>
                    <a:pt x="1213755" y="1642806"/>
                  </a:lnTo>
                  <a:lnTo>
                    <a:pt x="1213755" y="871876"/>
                  </a:lnTo>
                  <a:close/>
                  <a:moveTo>
                    <a:pt x="0" y="0"/>
                  </a:moveTo>
                  <a:lnTo>
                    <a:pt x="7069015" y="0"/>
                  </a:lnTo>
                  <a:lnTo>
                    <a:pt x="706901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2B6D57-7DBA-734E-0306-59146CFF478E}"/>
                </a:ext>
              </a:extLst>
            </p:cNvPr>
            <p:cNvSpPr txBox="1"/>
            <p:nvPr/>
          </p:nvSpPr>
          <p:spPr>
            <a:xfrm>
              <a:off x="3188043" y="4911850"/>
              <a:ext cx="388097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Lenovo Yoga Pro 9i Gen 10 Aura Edition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blends raw power and sophistication in a sleek Luna Grey chassis. Featuring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 Core Ultra (Series 2)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chips and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RTX 50 Series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GPUs, it delivers elite performance for AI and creators, elevated by a stunning </a:t>
              </a:r>
              <a:r>
                <a:rPr lang="en-GB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1000-nit Tandem OLED</a:t>
              </a:r>
              <a:r>
                <a:rPr lang="en-GB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165Hz display. Its unique "Aura" features automate privacy, focus, and wellness, making it the ultimate 2026 Windows rival to the MacBook Pro</a:t>
              </a:r>
              <a:r>
                <a:rPr lang="en-GB" sz="1200" b="0" i="0" dirty="0">
                  <a:solidFill>
                    <a:srgbClr val="0A0A0A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pt-PT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7" descr="A red sign with white letters&#10;&#10;AI-generated content may be incorrect.">
              <a:extLst>
                <a:ext uri="{FF2B5EF4-FFF2-40B4-BE49-F238E27FC236}">
                  <a16:creationId xmlns:a16="http://schemas.microsoft.com/office/drawing/2014/main" id="{9B39890D-4C7C-BE80-42A4-4D796CE90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474352"/>
              <a:ext cx="1150045" cy="383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429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133BE2F-A3FA-1CBF-522F-33B47513CE6F}"/>
              </a:ext>
            </a:extLst>
          </p:cNvPr>
          <p:cNvGrpSpPr/>
          <p:nvPr/>
        </p:nvGrpSpPr>
        <p:grpSpPr>
          <a:xfrm>
            <a:off x="4064000" y="0"/>
            <a:ext cx="8128000" cy="6858000"/>
            <a:chOff x="2324100" y="0"/>
            <a:chExt cx="46482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755951C-3BEF-0000-6317-317575964B91}"/>
                </a:ext>
              </a:extLst>
            </p:cNvPr>
            <p:cNvSpPr/>
            <p:nvPr/>
          </p:nvSpPr>
          <p:spPr>
            <a:xfrm>
              <a:off x="2324100" y="0"/>
              <a:ext cx="2324100" cy="685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9B2EBD-21D8-CDA4-EA0B-C9F0E8604951}"/>
                </a:ext>
              </a:extLst>
            </p:cNvPr>
            <p:cNvSpPr/>
            <p:nvPr/>
          </p:nvSpPr>
          <p:spPr>
            <a:xfrm>
              <a:off x="4648200" y="0"/>
              <a:ext cx="23241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FF37B4F-8F0C-1115-8086-BBF9A8F59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064" y="2750030"/>
            <a:ext cx="5972063" cy="3886297"/>
          </a:xfrm>
          <a:prstGeom prst="rect">
            <a:avLst/>
          </a:prstGeom>
        </p:spPr>
      </p:pic>
      <p:pic>
        <p:nvPicPr>
          <p:cNvPr id="16" name="Picture 15" descr="A red sign with white letters&#10;&#10;AI-generated content may be incorrect.">
            <a:extLst>
              <a:ext uri="{FF2B5EF4-FFF2-40B4-BE49-F238E27FC236}">
                <a16:creationId xmlns:a16="http://schemas.microsoft.com/office/drawing/2014/main" id="{3E60E391-1921-EE0E-D90C-52A7B87CC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288" y="221673"/>
            <a:ext cx="1489423" cy="4968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1FDC4A-1463-AE99-FE78-DCBE0797F5A7}"/>
              </a:ext>
            </a:extLst>
          </p:cNvPr>
          <p:cNvSpPr txBox="1"/>
          <p:nvPr/>
        </p:nvSpPr>
        <p:spPr>
          <a:xfrm>
            <a:off x="166686" y="219772"/>
            <a:ext cx="30056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Intel® Core™ Ultra 9 285H Processor (efficiency cores up to 4.50 GHz, performance cores up to 5.40 GHz)</a:t>
            </a: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 2x2</a:t>
            </a:r>
          </a:p>
          <a:p>
            <a:pPr algn="l"/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r>
              <a:rPr lang="en-GB" sz="12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®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5.4</a:t>
            </a:r>
          </a:p>
          <a:p>
            <a:pPr algn="l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1.32 kg</a:t>
            </a:r>
          </a:p>
          <a:p>
            <a:pPr algn="l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x speakers: 2 x 2W </a:t>
            </a:r>
            <a:r>
              <a:rPr lang="pt-P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tweeters</a:t>
            </a:r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x 2W </a:t>
            </a:r>
            <a:r>
              <a:rPr lang="pt-P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woofers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para laptop NVIDIA® </a:t>
            </a:r>
            <a:r>
              <a:rPr lang="pt-P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GeForce</a:t>
            </a:r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RTX™ 5070 8GB GDDR7</a:t>
            </a:r>
          </a:p>
          <a:p>
            <a:pPr algn="l"/>
            <a:r>
              <a:rPr lang="pt-P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GB L</a:t>
            </a:r>
          </a:p>
          <a:p>
            <a:pPr algn="l"/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9FD84-D458-E609-BC92-F0E489CEB84D}"/>
              </a:ext>
            </a:extLst>
          </p:cNvPr>
          <p:cNvSpPr txBox="1"/>
          <p:nvPr/>
        </p:nvSpPr>
        <p:spPr>
          <a:xfrm>
            <a:off x="9877108" y="0"/>
            <a:ext cx="3602181" cy="6151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91181E-5559-3311-9DA9-9E2D7177D535}"/>
              </a:ext>
            </a:extLst>
          </p:cNvPr>
          <p:cNvSpPr txBox="1"/>
          <p:nvPr/>
        </p:nvSpPr>
        <p:spPr>
          <a:xfrm>
            <a:off x="8575533" y="374073"/>
            <a:ext cx="344978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Íon de lítio recarregável com 4 células 84 </a:t>
            </a:r>
            <a:r>
              <a:rPr lang="pt-P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 Years Premium Care</a:t>
            </a: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170W Slim 30% PCC 3-Pin AC Power Adapter</a:t>
            </a: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Luna Backlit, Luna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6" 3,2K (3200 x 2000), Tandem OLED, com </a:t>
            </a:r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reflexo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sensível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toque, HDR 1000 </a:t>
            </a:r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preto</a:t>
            </a:r>
            <a:r>
              <a:rPr lang="en-GB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True, 100% Adobe RGB, 100% DCI-P3, 100% sRGB, 1.000 nits, 120 Hz, </a:t>
            </a:r>
            <a:r>
              <a:rPr lang="en-GB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vidro</a:t>
            </a:r>
            <a:endParaRPr lang="en-GB" sz="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AAE1FF-CCE8-BF0A-52B3-5A1E8FB514F3}"/>
              </a:ext>
            </a:extLst>
          </p:cNvPr>
          <p:cNvSpPr txBox="1"/>
          <p:nvPr/>
        </p:nvSpPr>
        <p:spPr>
          <a:xfrm>
            <a:off x="4975761" y="1459091"/>
            <a:ext cx="224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dirty="0">
                <a:solidFill>
                  <a:schemeClr val="bg1"/>
                </a:solidFill>
              </a:rPr>
              <a:t>Price:  $ 3,500.00</a:t>
            </a:r>
          </a:p>
        </p:txBody>
      </p:sp>
    </p:spTree>
    <p:extLst>
      <p:ext uri="{BB962C8B-B14F-4D97-AF65-F5344CB8AC3E}">
        <p14:creationId xmlns:p14="http://schemas.microsoft.com/office/powerpoint/2010/main" val="203372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10000">
        <p:wheel spokes="1"/>
      </p:transition>
    </mc:Choice>
    <mc:Fallback xmlns="">
      <p:transition spd="slow" advTm="10000">
        <p:wheel spokes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DE5904-D898-3D27-0E61-6C1FA14FF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66" y="719666"/>
            <a:ext cx="5418667" cy="54186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991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DBBA02-B9C4-B1E7-53F5-03203BD3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9DAA75-3542-0805-E788-4EB6FFFC50BD}"/>
              </a:ext>
            </a:extLst>
          </p:cNvPr>
          <p:cNvSpPr/>
          <p:nvPr/>
        </p:nvSpPr>
        <p:spPr>
          <a:xfrm>
            <a:off x="-3020291" y="4932218"/>
            <a:ext cx="3020291" cy="19257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8920F2-605B-3E42-E39E-41DFD71CC887}"/>
              </a:ext>
            </a:extLst>
          </p:cNvPr>
          <p:cNvGrpSpPr/>
          <p:nvPr/>
        </p:nvGrpSpPr>
        <p:grpSpPr>
          <a:xfrm>
            <a:off x="-7644739" y="0"/>
            <a:ext cx="7644739" cy="6963543"/>
            <a:chOff x="-7644739" y="0"/>
            <a:chExt cx="7644739" cy="6963543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A9DE02C9-E630-3126-67BB-037AB9AB1C20}"/>
                </a:ext>
              </a:extLst>
            </p:cNvPr>
            <p:cNvSpPr/>
            <p:nvPr/>
          </p:nvSpPr>
          <p:spPr>
            <a:xfrm>
              <a:off x="-7644739" y="0"/>
              <a:ext cx="7644739" cy="6858000"/>
            </a:xfrm>
            <a:custGeom>
              <a:avLst/>
              <a:gdLst/>
              <a:ahLst/>
              <a:cxnLst/>
              <a:rect l="l" t="t" r="r" b="b"/>
              <a:pathLst>
                <a:path w="7644740" h="6858000">
                  <a:moveTo>
                    <a:pt x="3431546" y="3372408"/>
                  </a:moveTo>
                  <a:cubicBezTo>
                    <a:pt x="3461656" y="3372408"/>
                    <a:pt x="3486868" y="3384198"/>
                    <a:pt x="3507183" y="3407778"/>
                  </a:cubicBezTo>
                  <a:cubicBezTo>
                    <a:pt x="3527498" y="3431358"/>
                    <a:pt x="3537656" y="3465640"/>
                    <a:pt x="3537656" y="3510623"/>
                  </a:cubicBezTo>
                  <a:cubicBezTo>
                    <a:pt x="3537656" y="3554518"/>
                    <a:pt x="3527861" y="3587530"/>
                    <a:pt x="3508272" y="3609659"/>
                  </a:cubicBezTo>
                  <a:cubicBezTo>
                    <a:pt x="3488682" y="3631788"/>
                    <a:pt x="3464377" y="3642852"/>
                    <a:pt x="3435355" y="3642852"/>
                  </a:cubicBezTo>
                  <a:cubicBezTo>
                    <a:pt x="3403794" y="3642852"/>
                    <a:pt x="3377131" y="3630609"/>
                    <a:pt x="3355365" y="3606122"/>
                  </a:cubicBezTo>
                  <a:cubicBezTo>
                    <a:pt x="3333599" y="3581635"/>
                    <a:pt x="3322716" y="3547807"/>
                    <a:pt x="3322716" y="3504637"/>
                  </a:cubicBezTo>
                  <a:cubicBezTo>
                    <a:pt x="3322716" y="3462193"/>
                    <a:pt x="3333145" y="3429544"/>
                    <a:pt x="3354004" y="3406690"/>
                  </a:cubicBezTo>
                  <a:cubicBezTo>
                    <a:pt x="3374864" y="3383835"/>
                    <a:pt x="3400711" y="3372408"/>
                    <a:pt x="3431546" y="3372408"/>
                  </a:cubicBezTo>
                  <a:close/>
                  <a:moveTo>
                    <a:pt x="3433179" y="2956131"/>
                  </a:moveTo>
                  <a:cubicBezTo>
                    <a:pt x="3325799" y="2956131"/>
                    <a:pt x="3241818" y="2989597"/>
                    <a:pt x="3181236" y="3056528"/>
                  </a:cubicBezTo>
                  <a:cubicBezTo>
                    <a:pt x="3120654" y="3123458"/>
                    <a:pt x="3090363" y="3228933"/>
                    <a:pt x="3090363" y="3372953"/>
                  </a:cubicBezTo>
                  <a:cubicBezTo>
                    <a:pt x="3090363" y="3471263"/>
                    <a:pt x="3104783" y="3550255"/>
                    <a:pt x="3133623" y="3609931"/>
                  </a:cubicBezTo>
                  <a:cubicBezTo>
                    <a:pt x="3162463" y="3669606"/>
                    <a:pt x="3201007" y="3713048"/>
                    <a:pt x="3249255" y="3740256"/>
                  </a:cubicBezTo>
                  <a:cubicBezTo>
                    <a:pt x="3297503" y="3767463"/>
                    <a:pt x="3361532" y="3781067"/>
                    <a:pt x="3441341" y="3781067"/>
                  </a:cubicBezTo>
                  <a:cubicBezTo>
                    <a:pt x="3507728" y="3781067"/>
                    <a:pt x="3562959" y="3769912"/>
                    <a:pt x="3607036" y="3747602"/>
                  </a:cubicBezTo>
                  <a:cubicBezTo>
                    <a:pt x="3651112" y="3725291"/>
                    <a:pt x="3685575" y="3692370"/>
                    <a:pt x="3710424" y="3648838"/>
                  </a:cubicBezTo>
                  <a:cubicBezTo>
                    <a:pt x="3735274" y="3605306"/>
                    <a:pt x="3747699" y="3557239"/>
                    <a:pt x="3747699" y="3504637"/>
                  </a:cubicBezTo>
                  <a:cubicBezTo>
                    <a:pt x="3747699" y="3426642"/>
                    <a:pt x="3723121" y="3362251"/>
                    <a:pt x="3673966" y="3311463"/>
                  </a:cubicBezTo>
                  <a:cubicBezTo>
                    <a:pt x="3624811" y="3260676"/>
                    <a:pt x="3564682" y="3235282"/>
                    <a:pt x="3493580" y="3235282"/>
                  </a:cubicBezTo>
                  <a:cubicBezTo>
                    <a:pt x="3456940" y="3235282"/>
                    <a:pt x="3424654" y="3241721"/>
                    <a:pt x="3396721" y="3254599"/>
                  </a:cubicBezTo>
                  <a:cubicBezTo>
                    <a:pt x="3368787" y="3267477"/>
                    <a:pt x="3341580" y="3287339"/>
                    <a:pt x="3315098" y="3314184"/>
                  </a:cubicBezTo>
                  <a:cubicBezTo>
                    <a:pt x="3321990" y="3228571"/>
                    <a:pt x="3332692" y="3172704"/>
                    <a:pt x="3347203" y="3146585"/>
                  </a:cubicBezTo>
                  <a:cubicBezTo>
                    <a:pt x="3367155" y="3110308"/>
                    <a:pt x="3395088" y="3092170"/>
                    <a:pt x="3431002" y="3092170"/>
                  </a:cubicBezTo>
                  <a:cubicBezTo>
                    <a:pt x="3450954" y="3092170"/>
                    <a:pt x="3467732" y="3098518"/>
                    <a:pt x="3481336" y="3111215"/>
                  </a:cubicBezTo>
                  <a:cubicBezTo>
                    <a:pt x="3494940" y="3123912"/>
                    <a:pt x="3504644" y="3145678"/>
                    <a:pt x="3510449" y="3176513"/>
                  </a:cubicBezTo>
                  <a:lnTo>
                    <a:pt x="3730830" y="3149306"/>
                  </a:lnTo>
                  <a:cubicBezTo>
                    <a:pt x="3718133" y="3106499"/>
                    <a:pt x="3699632" y="3070948"/>
                    <a:pt x="3675327" y="3042652"/>
                  </a:cubicBezTo>
                  <a:cubicBezTo>
                    <a:pt x="3651021" y="3014356"/>
                    <a:pt x="3620458" y="2992862"/>
                    <a:pt x="3583637" y="2978170"/>
                  </a:cubicBezTo>
                  <a:cubicBezTo>
                    <a:pt x="3546816" y="2963478"/>
                    <a:pt x="3496663" y="2956131"/>
                    <a:pt x="3433179" y="2956131"/>
                  </a:cubicBezTo>
                  <a:close/>
                  <a:moveTo>
                    <a:pt x="2667918" y="2956131"/>
                  </a:moveTo>
                  <a:cubicBezTo>
                    <a:pt x="2593188" y="2956131"/>
                    <a:pt x="2534692" y="2965473"/>
                    <a:pt x="2492429" y="2984155"/>
                  </a:cubicBezTo>
                  <a:cubicBezTo>
                    <a:pt x="2450167" y="3002838"/>
                    <a:pt x="2417427" y="3029683"/>
                    <a:pt x="2394210" y="3064690"/>
                  </a:cubicBezTo>
                  <a:cubicBezTo>
                    <a:pt x="2370992" y="3099697"/>
                    <a:pt x="2355030" y="3148399"/>
                    <a:pt x="2346324" y="3210795"/>
                  </a:cubicBezTo>
                  <a:lnTo>
                    <a:pt x="2568338" y="3228752"/>
                  </a:lnTo>
                  <a:cubicBezTo>
                    <a:pt x="2574506" y="3183769"/>
                    <a:pt x="2586568" y="3152389"/>
                    <a:pt x="2604525" y="3134614"/>
                  </a:cubicBezTo>
                  <a:cubicBezTo>
                    <a:pt x="2622482" y="3116838"/>
                    <a:pt x="2645608" y="3107950"/>
                    <a:pt x="2673904" y="3107950"/>
                  </a:cubicBezTo>
                  <a:cubicBezTo>
                    <a:pt x="2701112" y="3107950"/>
                    <a:pt x="2723694" y="3116566"/>
                    <a:pt x="2741651" y="3133797"/>
                  </a:cubicBezTo>
                  <a:cubicBezTo>
                    <a:pt x="2759608" y="3151029"/>
                    <a:pt x="2768587" y="3171797"/>
                    <a:pt x="2768587" y="3196103"/>
                  </a:cubicBezTo>
                  <a:cubicBezTo>
                    <a:pt x="2768587" y="3218594"/>
                    <a:pt x="2759518" y="3242356"/>
                    <a:pt x="2741379" y="3267387"/>
                  </a:cubicBezTo>
                  <a:cubicBezTo>
                    <a:pt x="2723241" y="3292418"/>
                    <a:pt x="2681704" y="3329058"/>
                    <a:pt x="2616768" y="3377306"/>
                  </a:cubicBezTo>
                  <a:cubicBezTo>
                    <a:pt x="2510477" y="3456026"/>
                    <a:pt x="2438014" y="3524318"/>
                    <a:pt x="2399379" y="3582179"/>
                  </a:cubicBezTo>
                  <a:cubicBezTo>
                    <a:pt x="2360744" y="3640041"/>
                    <a:pt x="2337618" y="3701802"/>
                    <a:pt x="2329999" y="3767463"/>
                  </a:cubicBezTo>
                  <a:lnTo>
                    <a:pt x="2994954" y="3767463"/>
                  </a:lnTo>
                  <a:lnTo>
                    <a:pt x="2994954" y="3586804"/>
                  </a:lnTo>
                  <a:lnTo>
                    <a:pt x="2648873" y="3586804"/>
                  </a:lnTo>
                  <a:cubicBezTo>
                    <a:pt x="2669188" y="3566852"/>
                    <a:pt x="2686873" y="3550709"/>
                    <a:pt x="2701928" y="3538375"/>
                  </a:cubicBezTo>
                  <a:cubicBezTo>
                    <a:pt x="2716983" y="3526041"/>
                    <a:pt x="2746821" y="3504456"/>
                    <a:pt x="2791441" y="3473621"/>
                  </a:cubicBezTo>
                  <a:cubicBezTo>
                    <a:pt x="2866534" y="3420656"/>
                    <a:pt x="2918319" y="3372045"/>
                    <a:pt x="2946797" y="3327788"/>
                  </a:cubicBezTo>
                  <a:cubicBezTo>
                    <a:pt x="2975274" y="3283530"/>
                    <a:pt x="2989513" y="3237096"/>
                    <a:pt x="2989513" y="3188485"/>
                  </a:cubicBezTo>
                  <a:cubicBezTo>
                    <a:pt x="2989513" y="3142776"/>
                    <a:pt x="2977088" y="3101511"/>
                    <a:pt x="2952238" y="3064690"/>
                  </a:cubicBezTo>
                  <a:cubicBezTo>
                    <a:pt x="2927389" y="3027869"/>
                    <a:pt x="2893288" y="3000571"/>
                    <a:pt x="2849938" y="2982795"/>
                  </a:cubicBezTo>
                  <a:cubicBezTo>
                    <a:pt x="2806587" y="2965019"/>
                    <a:pt x="2745914" y="2956131"/>
                    <a:pt x="2667918" y="2956131"/>
                  </a:cubicBezTo>
                  <a:close/>
                  <a:moveTo>
                    <a:pt x="1908086" y="2956131"/>
                  </a:moveTo>
                  <a:cubicBezTo>
                    <a:pt x="1825012" y="2956131"/>
                    <a:pt x="1759623" y="2966561"/>
                    <a:pt x="1711919" y="2987420"/>
                  </a:cubicBezTo>
                  <a:cubicBezTo>
                    <a:pt x="1664215" y="3008279"/>
                    <a:pt x="1628482" y="3036938"/>
                    <a:pt x="1604721" y="3073396"/>
                  </a:cubicBezTo>
                  <a:cubicBezTo>
                    <a:pt x="1580959" y="3109855"/>
                    <a:pt x="1569079" y="3148580"/>
                    <a:pt x="1569079" y="3189573"/>
                  </a:cubicBezTo>
                  <a:cubicBezTo>
                    <a:pt x="1569079" y="3251969"/>
                    <a:pt x="1592296" y="3303301"/>
                    <a:pt x="1638730" y="3343568"/>
                  </a:cubicBezTo>
                  <a:cubicBezTo>
                    <a:pt x="1684802" y="3383835"/>
                    <a:pt x="1761890" y="3416122"/>
                    <a:pt x="1869995" y="3440427"/>
                  </a:cubicBezTo>
                  <a:cubicBezTo>
                    <a:pt x="1936019" y="3454938"/>
                    <a:pt x="1978100" y="3470356"/>
                    <a:pt x="1996238" y="3486680"/>
                  </a:cubicBezTo>
                  <a:cubicBezTo>
                    <a:pt x="2014377" y="3503005"/>
                    <a:pt x="2023446" y="3521506"/>
                    <a:pt x="2023446" y="3542184"/>
                  </a:cubicBezTo>
                  <a:cubicBezTo>
                    <a:pt x="2023446" y="3563950"/>
                    <a:pt x="2013924" y="3583086"/>
                    <a:pt x="1994878" y="3599592"/>
                  </a:cubicBezTo>
                  <a:cubicBezTo>
                    <a:pt x="1975833" y="3616098"/>
                    <a:pt x="1948716" y="3624351"/>
                    <a:pt x="1913527" y="3624351"/>
                  </a:cubicBezTo>
                  <a:cubicBezTo>
                    <a:pt x="1866367" y="3624351"/>
                    <a:pt x="1830091" y="3608208"/>
                    <a:pt x="1804697" y="3575921"/>
                  </a:cubicBezTo>
                  <a:cubicBezTo>
                    <a:pt x="1789098" y="3555969"/>
                    <a:pt x="1778759" y="3526948"/>
                    <a:pt x="1773680" y="3488857"/>
                  </a:cubicBezTo>
                  <a:lnTo>
                    <a:pt x="1539150" y="3503549"/>
                  </a:lnTo>
                  <a:cubicBezTo>
                    <a:pt x="1546043" y="3584084"/>
                    <a:pt x="1575608" y="3650470"/>
                    <a:pt x="1627847" y="3702709"/>
                  </a:cubicBezTo>
                  <a:cubicBezTo>
                    <a:pt x="1680086" y="3754948"/>
                    <a:pt x="1774043" y="3781067"/>
                    <a:pt x="1909718" y="3781067"/>
                  </a:cubicBezTo>
                  <a:cubicBezTo>
                    <a:pt x="1986988" y="3781067"/>
                    <a:pt x="2051017" y="3769912"/>
                    <a:pt x="2101804" y="3747602"/>
                  </a:cubicBezTo>
                  <a:cubicBezTo>
                    <a:pt x="2152592" y="3725291"/>
                    <a:pt x="2192133" y="3692551"/>
                    <a:pt x="2220429" y="3649382"/>
                  </a:cubicBezTo>
                  <a:cubicBezTo>
                    <a:pt x="2248725" y="3606213"/>
                    <a:pt x="2262873" y="3559053"/>
                    <a:pt x="2262873" y="3507902"/>
                  </a:cubicBezTo>
                  <a:cubicBezTo>
                    <a:pt x="2262873" y="3464370"/>
                    <a:pt x="2252262" y="3425010"/>
                    <a:pt x="2231040" y="3389821"/>
                  </a:cubicBezTo>
                  <a:cubicBezTo>
                    <a:pt x="2209818" y="3354633"/>
                    <a:pt x="2175899" y="3325158"/>
                    <a:pt x="2129284" y="3301396"/>
                  </a:cubicBezTo>
                  <a:cubicBezTo>
                    <a:pt x="2082668" y="3277635"/>
                    <a:pt x="2005489" y="3254146"/>
                    <a:pt x="1897747" y="3230929"/>
                  </a:cubicBezTo>
                  <a:cubicBezTo>
                    <a:pt x="1854215" y="3221859"/>
                    <a:pt x="1826644" y="3212065"/>
                    <a:pt x="1815036" y="3201544"/>
                  </a:cubicBezTo>
                  <a:cubicBezTo>
                    <a:pt x="1803064" y="3191387"/>
                    <a:pt x="1797079" y="3179960"/>
                    <a:pt x="1797079" y="3167263"/>
                  </a:cubicBezTo>
                  <a:cubicBezTo>
                    <a:pt x="1797079" y="3149850"/>
                    <a:pt x="1804334" y="3135067"/>
                    <a:pt x="1818845" y="3122914"/>
                  </a:cubicBezTo>
                  <a:cubicBezTo>
                    <a:pt x="1833355" y="3110761"/>
                    <a:pt x="1854940" y="3104685"/>
                    <a:pt x="1883599" y="3104685"/>
                  </a:cubicBezTo>
                  <a:cubicBezTo>
                    <a:pt x="1918425" y="3104685"/>
                    <a:pt x="1945723" y="3112847"/>
                    <a:pt x="1965494" y="3129172"/>
                  </a:cubicBezTo>
                  <a:cubicBezTo>
                    <a:pt x="1985265" y="3145497"/>
                    <a:pt x="1998234" y="3171616"/>
                    <a:pt x="2004401" y="3207530"/>
                  </a:cubicBezTo>
                  <a:lnTo>
                    <a:pt x="2236754" y="3193926"/>
                  </a:lnTo>
                  <a:cubicBezTo>
                    <a:pt x="2226597" y="3111215"/>
                    <a:pt x="2194764" y="3050905"/>
                    <a:pt x="2141255" y="3012995"/>
                  </a:cubicBezTo>
                  <a:cubicBezTo>
                    <a:pt x="2087747" y="2975086"/>
                    <a:pt x="2010024" y="2956131"/>
                    <a:pt x="1908086" y="2956131"/>
                  </a:cubicBezTo>
                  <a:close/>
                  <a:moveTo>
                    <a:pt x="2761513" y="2140660"/>
                  </a:moveTo>
                  <a:lnTo>
                    <a:pt x="2761513" y="2176030"/>
                  </a:lnTo>
                  <a:cubicBezTo>
                    <a:pt x="2761513" y="2203601"/>
                    <a:pt x="2757069" y="2226001"/>
                    <a:pt x="2748181" y="2243233"/>
                  </a:cubicBezTo>
                  <a:cubicBezTo>
                    <a:pt x="2739293" y="2260465"/>
                    <a:pt x="2724238" y="2275066"/>
                    <a:pt x="2703016" y="2287037"/>
                  </a:cubicBezTo>
                  <a:cubicBezTo>
                    <a:pt x="2681794" y="2299009"/>
                    <a:pt x="2658849" y="2304994"/>
                    <a:pt x="2634181" y="2304994"/>
                  </a:cubicBezTo>
                  <a:cubicBezTo>
                    <a:pt x="2610601" y="2304994"/>
                    <a:pt x="2592735" y="2299462"/>
                    <a:pt x="2580582" y="2288398"/>
                  </a:cubicBezTo>
                  <a:cubicBezTo>
                    <a:pt x="2568429" y="2277333"/>
                    <a:pt x="2562353" y="2263095"/>
                    <a:pt x="2562353" y="2245682"/>
                  </a:cubicBezTo>
                  <a:cubicBezTo>
                    <a:pt x="2562353" y="2230445"/>
                    <a:pt x="2568520" y="2216842"/>
                    <a:pt x="2580854" y="2204870"/>
                  </a:cubicBezTo>
                  <a:cubicBezTo>
                    <a:pt x="2592825" y="2193262"/>
                    <a:pt x="2621303" y="2181472"/>
                    <a:pt x="2666286" y="2169500"/>
                  </a:cubicBezTo>
                  <a:cubicBezTo>
                    <a:pt x="2699298" y="2161157"/>
                    <a:pt x="2731040" y="2151543"/>
                    <a:pt x="2761513" y="2140660"/>
                  </a:cubicBezTo>
                  <a:close/>
                  <a:moveTo>
                    <a:pt x="6673864" y="1984488"/>
                  </a:moveTo>
                  <a:cubicBezTo>
                    <a:pt x="6702160" y="1984488"/>
                    <a:pt x="6726103" y="1995643"/>
                    <a:pt x="6745693" y="2017954"/>
                  </a:cubicBezTo>
                  <a:cubicBezTo>
                    <a:pt x="6765282" y="2040264"/>
                    <a:pt x="6775077" y="2072460"/>
                    <a:pt x="6775077" y="2114541"/>
                  </a:cubicBezTo>
                  <a:cubicBezTo>
                    <a:pt x="6775077" y="2156622"/>
                    <a:pt x="6765735" y="2188092"/>
                    <a:pt x="6747053" y="2208951"/>
                  </a:cubicBezTo>
                  <a:cubicBezTo>
                    <a:pt x="6728370" y="2229811"/>
                    <a:pt x="6705244" y="2240240"/>
                    <a:pt x="6677673" y="2240240"/>
                  </a:cubicBezTo>
                  <a:cubicBezTo>
                    <a:pt x="6648652" y="2240240"/>
                    <a:pt x="6625253" y="2230173"/>
                    <a:pt x="6607478" y="2210040"/>
                  </a:cubicBezTo>
                  <a:cubicBezTo>
                    <a:pt x="6589702" y="2189906"/>
                    <a:pt x="6580814" y="2158980"/>
                    <a:pt x="6580814" y="2117262"/>
                  </a:cubicBezTo>
                  <a:cubicBezTo>
                    <a:pt x="6580814" y="2069739"/>
                    <a:pt x="6589249" y="2035729"/>
                    <a:pt x="6606117" y="2015233"/>
                  </a:cubicBezTo>
                  <a:cubicBezTo>
                    <a:pt x="6622986" y="1994737"/>
                    <a:pt x="6645568" y="1984488"/>
                    <a:pt x="6673864" y="1984488"/>
                  </a:cubicBezTo>
                  <a:close/>
                  <a:moveTo>
                    <a:pt x="4899019" y="1837023"/>
                  </a:moveTo>
                  <a:lnTo>
                    <a:pt x="4899019" y="2204870"/>
                  </a:lnTo>
                  <a:cubicBezTo>
                    <a:pt x="4899019" y="2280689"/>
                    <a:pt x="4916342" y="2336827"/>
                    <a:pt x="4950986" y="2373285"/>
                  </a:cubicBezTo>
                  <a:cubicBezTo>
                    <a:pt x="4985630" y="2409744"/>
                    <a:pt x="5033425" y="2427973"/>
                    <a:pt x="5094370" y="2427973"/>
                  </a:cubicBezTo>
                  <a:cubicBezTo>
                    <a:pt x="5140079" y="2427973"/>
                    <a:pt x="5178623" y="2419811"/>
                    <a:pt x="5210003" y="2403486"/>
                  </a:cubicBezTo>
                  <a:cubicBezTo>
                    <a:pt x="5241382" y="2387161"/>
                    <a:pt x="5272490" y="2359773"/>
                    <a:pt x="5303325" y="2321319"/>
                  </a:cubicBezTo>
                  <a:lnTo>
                    <a:pt x="5303325" y="2414913"/>
                  </a:lnTo>
                  <a:lnTo>
                    <a:pt x="5510103" y="2414913"/>
                  </a:lnTo>
                  <a:lnTo>
                    <a:pt x="5510103" y="1837023"/>
                  </a:lnTo>
                  <a:lnTo>
                    <a:pt x="5288633" y="1837023"/>
                  </a:lnTo>
                  <a:lnTo>
                    <a:pt x="5288633" y="2115085"/>
                  </a:lnTo>
                  <a:cubicBezTo>
                    <a:pt x="5288633" y="2167687"/>
                    <a:pt x="5280198" y="2204145"/>
                    <a:pt x="5263330" y="2224460"/>
                  </a:cubicBezTo>
                  <a:cubicBezTo>
                    <a:pt x="5246461" y="2244775"/>
                    <a:pt x="5224785" y="2254932"/>
                    <a:pt x="5198303" y="2254932"/>
                  </a:cubicBezTo>
                  <a:cubicBezTo>
                    <a:pt x="5173998" y="2254932"/>
                    <a:pt x="5155134" y="2247314"/>
                    <a:pt x="5141712" y="2232078"/>
                  </a:cubicBezTo>
                  <a:cubicBezTo>
                    <a:pt x="5128289" y="2216842"/>
                    <a:pt x="5121578" y="2191085"/>
                    <a:pt x="5121578" y="2154808"/>
                  </a:cubicBezTo>
                  <a:lnTo>
                    <a:pt x="5121578" y="1837023"/>
                  </a:lnTo>
                  <a:close/>
                  <a:moveTo>
                    <a:pt x="6596051" y="1823963"/>
                  </a:moveTo>
                  <a:cubicBezTo>
                    <a:pt x="6525673" y="1823963"/>
                    <a:pt x="6468719" y="1847543"/>
                    <a:pt x="6425187" y="1894703"/>
                  </a:cubicBezTo>
                  <a:cubicBezTo>
                    <a:pt x="6381654" y="1941863"/>
                    <a:pt x="6359888" y="2010426"/>
                    <a:pt x="6359888" y="2100393"/>
                  </a:cubicBezTo>
                  <a:cubicBezTo>
                    <a:pt x="6359888" y="2179114"/>
                    <a:pt x="6376757" y="2242417"/>
                    <a:pt x="6410494" y="2290302"/>
                  </a:cubicBezTo>
                  <a:cubicBezTo>
                    <a:pt x="6458017" y="2357777"/>
                    <a:pt x="6520413" y="2391515"/>
                    <a:pt x="6597683" y="2391515"/>
                  </a:cubicBezTo>
                  <a:cubicBezTo>
                    <a:pt x="6637225" y="2391515"/>
                    <a:pt x="6674046" y="2382445"/>
                    <a:pt x="6708146" y="2364307"/>
                  </a:cubicBezTo>
                  <a:cubicBezTo>
                    <a:pt x="6729912" y="2352698"/>
                    <a:pt x="6751678" y="2334016"/>
                    <a:pt x="6773444" y="2308259"/>
                  </a:cubicBezTo>
                  <a:lnTo>
                    <a:pt x="6773444" y="2395868"/>
                  </a:lnTo>
                  <a:cubicBezTo>
                    <a:pt x="6773444" y="2438312"/>
                    <a:pt x="6765554" y="2468059"/>
                    <a:pt x="6749774" y="2485109"/>
                  </a:cubicBezTo>
                  <a:cubicBezTo>
                    <a:pt x="6733993" y="2502159"/>
                    <a:pt x="6710141" y="2510684"/>
                    <a:pt x="6678218" y="2510684"/>
                  </a:cubicBezTo>
                  <a:cubicBezTo>
                    <a:pt x="6653549" y="2510684"/>
                    <a:pt x="6633053" y="2505061"/>
                    <a:pt x="6616728" y="2493816"/>
                  </a:cubicBezTo>
                  <a:cubicBezTo>
                    <a:pt x="6605482" y="2486197"/>
                    <a:pt x="6597139" y="2472412"/>
                    <a:pt x="6591697" y="2452460"/>
                  </a:cubicBezTo>
                  <a:lnTo>
                    <a:pt x="6376757" y="2427973"/>
                  </a:lnTo>
                  <a:cubicBezTo>
                    <a:pt x="6376031" y="2440307"/>
                    <a:pt x="6375669" y="2450102"/>
                    <a:pt x="6375669" y="2457357"/>
                  </a:cubicBezTo>
                  <a:cubicBezTo>
                    <a:pt x="6375669" y="2515763"/>
                    <a:pt x="6397344" y="2562379"/>
                    <a:pt x="6440695" y="2597204"/>
                  </a:cubicBezTo>
                  <a:cubicBezTo>
                    <a:pt x="6484046" y="2632030"/>
                    <a:pt x="6563764" y="2649443"/>
                    <a:pt x="6679850" y="2649443"/>
                  </a:cubicBezTo>
                  <a:cubicBezTo>
                    <a:pt x="6730638" y="2649443"/>
                    <a:pt x="6775712" y="2644908"/>
                    <a:pt x="6815072" y="2635839"/>
                  </a:cubicBezTo>
                  <a:cubicBezTo>
                    <a:pt x="6854432" y="2626770"/>
                    <a:pt x="6886900" y="2612078"/>
                    <a:pt x="6912475" y="2591763"/>
                  </a:cubicBezTo>
                  <a:cubicBezTo>
                    <a:pt x="6938051" y="2571448"/>
                    <a:pt x="6958547" y="2544875"/>
                    <a:pt x="6973965" y="2512044"/>
                  </a:cubicBezTo>
                  <a:cubicBezTo>
                    <a:pt x="6989382" y="2479214"/>
                    <a:pt x="6997091" y="2444660"/>
                    <a:pt x="6997091" y="2408383"/>
                  </a:cubicBezTo>
                  <a:lnTo>
                    <a:pt x="6996547" y="2382808"/>
                  </a:lnTo>
                  <a:lnTo>
                    <a:pt x="6996547" y="1837023"/>
                  </a:lnTo>
                  <a:lnTo>
                    <a:pt x="6789225" y="1837023"/>
                  </a:lnTo>
                  <a:lnTo>
                    <a:pt x="6789225" y="1922455"/>
                  </a:lnTo>
                  <a:cubicBezTo>
                    <a:pt x="6763831" y="1887266"/>
                    <a:pt x="6736533" y="1862054"/>
                    <a:pt x="6707330" y="1846818"/>
                  </a:cubicBezTo>
                  <a:cubicBezTo>
                    <a:pt x="6678127" y="1831581"/>
                    <a:pt x="6641034" y="1823963"/>
                    <a:pt x="6596051" y="1823963"/>
                  </a:cubicBezTo>
                  <a:close/>
                  <a:moveTo>
                    <a:pt x="6059335" y="1823963"/>
                  </a:moveTo>
                  <a:cubicBezTo>
                    <a:pt x="6013989" y="1823963"/>
                    <a:pt x="5975535" y="1832216"/>
                    <a:pt x="5943974" y="1848722"/>
                  </a:cubicBezTo>
                  <a:cubicBezTo>
                    <a:pt x="5912413" y="1865228"/>
                    <a:pt x="5881215" y="1892708"/>
                    <a:pt x="5850380" y="1931161"/>
                  </a:cubicBezTo>
                  <a:lnTo>
                    <a:pt x="5850380" y="1837023"/>
                  </a:lnTo>
                  <a:lnTo>
                    <a:pt x="5644146" y="1837023"/>
                  </a:lnTo>
                  <a:lnTo>
                    <a:pt x="5644146" y="2414913"/>
                  </a:lnTo>
                  <a:lnTo>
                    <a:pt x="5865616" y="2414913"/>
                  </a:lnTo>
                  <a:lnTo>
                    <a:pt x="5865616" y="2137395"/>
                  </a:lnTo>
                  <a:cubicBezTo>
                    <a:pt x="5865616" y="2084794"/>
                    <a:pt x="5873960" y="2048335"/>
                    <a:pt x="5890647" y="2028021"/>
                  </a:cubicBezTo>
                  <a:cubicBezTo>
                    <a:pt x="5907335" y="2007705"/>
                    <a:pt x="5929101" y="1997548"/>
                    <a:pt x="5955946" y="1997548"/>
                  </a:cubicBezTo>
                  <a:cubicBezTo>
                    <a:pt x="5980251" y="1997548"/>
                    <a:pt x="5999115" y="2005075"/>
                    <a:pt x="6012538" y="2020130"/>
                  </a:cubicBezTo>
                  <a:cubicBezTo>
                    <a:pt x="6025960" y="2035185"/>
                    <a:pt x="6032671" y="2060851"/>
                    <a:pt x="6032671" y="2097128"/>
                  </a:cubicBezTo>
                  <a:lnTo>
                    <a:pt x="6032671" y="2414913"/>
                  </a:lnTo>
                  <a:lnTo>
                    <a:pt x="6255230" y="2414913"/>
                  </a:lnTo>
                  <a:lnTo>
                    <a:pt x="6255230" y="2047610"/>
                  </a:lnTo>
                  <a:cubicBezTo>
                    <a:pt x="6255230" y="1971429"/>
                    <a:pt x="6237908" y="1915109"/>
                    <a:pt x="6203263" y="1878651"/>
                  </a:cubicBezTo>
                  <a:cubicBezTo>
                    <a:pt x="6168618" y="1842192"/>
                    <a:pt x="6120643" y="1823963"/>
                    <a:pt x="6059335" y="1823963"/>
                  </a:cubicBezTo>
                  <a:close/>
                  <a:moveTo>
                    <a:pt x="4491012" y="1823963"/>
                  </a:moveTo>
                  <a:cubicBezTo>
                    <a:pt x="4425713" y="1823963"/>
                    <a:pt x="4373656" y="1830758"/>
                    <a:pt x="4334840" y="1844348"/>
                  </a:cubicBezTo>
                  <a:cubicBezTo>
                    <a:pt x="4296024" y="1857937"/>
                    <a:pt x="4265551" y="1878503"/>
                    <a:pt x="4243422" y="1906045"/>
                  </a:cubicBezTo>
                  <a:cubicBezTo>
                    <a:pt x="4221293" y="1933587"/>
                    <a:pt x="4210229" y="1966387"/>
                    <a:pt x="4210229" y="2004443"/>
                  </a:cubicBezTo>
                  <a:cubicBezTo>
                    <a:pt x="4210229" y="2039235"/>
                    <a:pt x="4220477" y="2070221"/>
                    <a:pt x="4240973" y="2097400"/>
                  </a:cubicBezTo>
                  <a:cubicBezTo>
                    <a:pt x="4261470" y="2124579"/>
                    <a:pt x="4286682" y="2143877"/>
                    <a:pt x="4316611" y="2155293"/>
                  </a:cubicBezTo>
                  <a:cubicBezTo>
                    <a:pt x="4346539" y="2166709"/>
                    <a:pt x="4399957" y="2179119"/>
                    <a:pt x="4476864" y="2192525"/>
                  </a:cubicBezTo>
                  <a:cubicBezTo>
                    <a:pt x="4528377" y="2201583"/>
                    <a:pt x="4560119" y="2209189"/>
                    <a:pt x="4572090" y="2215345"/>
                  </a:cubicBezTo>
                  <a:cubicBezTo>
                    <a:pt x="4588778" y="2224040"/>
                    <a:pt x="4597122" y="2236357"/>
                    <a:pt x="4597122" y="2252297"/>
                  </a:cubicBezTo>
                  <a:cubicBezTo>
                    <a:pt x="4597122" y="2266422"/>
                    <a:pt x="4590773" y="2278192"/>
                    <a:pt x="4578076" y="2287607"/>
                  </a:cubicBezTo>
                  <a:cubicBezTo>
                    <a:pt x="4561752" y="2300287"/>
                    <a:pt x="4538716" y="2306627"/>
                    <a:pt x="4508969" y="2306627"/>
                  </a:cubicBezTo>
                  <a:cubicBezTo>
                    <a:pt x="4481761" y="2306627"/>
                    <a:pt x="4459995" y="2301004"/>
                    <a:pt x="4443670" y="2289758"/>
                  </a:cubicBezTo>
                  <a:cubicBezTo>
                    <a:pt x="4427346" y="2278512"/>
                    <a:pt x="4414649" y="2259830"/>
                    <a:pt x="4405580" y="2233710"/>
                  </a:cubicBezTo>
                  <a:lnTo>
                    <a:pt x="4185742" y="2254388"/>
                  </a:lnTo>
                  <a:cubicBezTo>
                    <a:pt x="4198439" y="2309892"/>
                    <a:pt x="4227188" y="2352698"/>
                    <a:pt x="4271990" y="2382808"/>
                  </a:cubicBezTo>
                  <a:cubicBezTo>
                    <a:pt x="4316792" y="2412918"/>
                    <a:pt x="4391976" y="2427973"/>
                    <a:pt x="4497542" y="2427973"/>
                  </a:cubicBezTo>
                  <a:cubicBezTo>
                    <a:pt x="4572272" y="2427973"/>
                    <a:pt x="4631312" y="2418641"/>
                    <a:pt x="4674663" y="2399979"/>
                  </a:cubicBezTo>
                  <a:cubicBezTo>
                    <a:pt x="4718014" y="2381316"/>
                    <a:pt x="4749756" y="2356220"/>
                    <a:pt x="4769890" y="2324690"/>
                  </a:cubicBezTo>
                  <a:cubicBezTo>
                    <a:pt x="4790024" y="2293160"/>
                    <a:pt x="4800091" y="2260725"/>
                    <a:pt x="4800091" y="2227385"/>
                  </a:cubicBezTo>
                  <a:cubicBezTo>
                    <a:pt x="4800091" y="2194407"/>
                    <a:pt x="4790568" y="2164147"/>
                    <a:pt x="4771523" y="2136605"/>
                  </a:cubicBezTo>
                  <a:cubicBezTo>
                    <a:pt x="4752477" y="2109062"/>
                    <a:pt x="4724997" y="2087862"/>
                    <a:pt x="4689083" y="2073002"/>
                  </a:cubicBezTo>
                  <a:cubicBezTo>
                    <a:pt x="4653169" y="2058143"/>
                    <a:pt x="4598391" y="2046547"/>
                    <a:pt x="4524749" y="2038215"/>
                  </a:cubicBezTo>
                  <a:cubicBezTo>
                    <a:pt x="4476138" y="2032416"/>
                    <a:pt x="4444577" y="2025895"/>
                    <a:pt x="4430067" y="2018651"/>
                  </a:cubicBezTo>
                  <a:cubicBezTo>
                    <a:pt x="4415556" y="2011407"/>
                    <a:pt x="4408300" y="2000722"/>
                    <a:pt x="4408300" y="1986597"/>
                  </a:cubicBezTo>
                  <a:cubicBezTo>
                    <a:pt x="4408300" y="1973917"/>
                    <a:pt x="4414014" y="1963140"/>
                    <a:pt x="4425441" y="1954267"/>
                  </a:cubicBezTo>
                  <a:cubicBezTo>
                    <a:pt x="4436869" y="1945393"/>
                    <a:pt x="4455098" y="1940956"/>
                    <a:pt x="4480129" y="1940956"/>
                  </a:cubicBezTo>
                  <a:cubicBezTo>
                    <a:pt x="4504797" y="1940956"/>
                    <a:pt x="4525837" y="1946760"/>
                    <a:pt x="4543250" y="1958369"/>
                  </a:cubicBezTo>
                  <a:cubicBezTo>
                    <a:pt x="4555947" y="1967075"/>
                    <a:pt x="4565017" y="1980679"/>
                    <a:pt x="4570458" y="1999180"/>
                  </a:cubicBezTo>
                  <a:lnTo>
                    <a:pt x="4780501" y="1978503"/>
                  </a:lnTo>
                  <a:cubicBezTo>
                    <a:pt x="4765990" y="1940775"/>
                    <a:pt x="4747761" y="1910846"/>
                    <a:pt x="4725814" y="1888717"/>
                  </a:cubicBezTo>
                  <a:cubicBezTo>
                    <a:pt x="4703866" y="1866588"/>
                    <a:pt x="4676477" y="1850264"/>
                    <a:pt x="4643647" y="1839744"/>
                  </a:cubicBezTo>
                  <a:cubicBezTo>
                    <a:pt x="4610816" y="1829223"/>
                    <a:pt x="4559938" y="1823963"/>
                    <a:pt x="4491012" y="1823963"/>
                  </a:cubicBezTo>
                  <a:close/>
                  <a:moveTo>
                    <a:pt x="3518900" y="1823963"/>
                  </a:moveTo>
                  <a:cubicBezTo>
                    <a:pt x="3476031" y="1823963"/>
                    <a:pt x="3439429" y="1831400"/>
                    <a:pt x="3409096" y="1846273"/>
                  </a:cubicBezTo>
                  <a:cubicBezTo>
                    <a:pt x="3378762" y="1861147"/>
                    <a:pt x="3348699" y="1886178"/>
                    <a:pt x="3318907" y="1921367"/>
                  </a:cubicBezTo>
                  <a:lnTo>
                    <a:pt x="3318907" y="1837023"/>
                  </a:lnTo>
                  <a:lnTo>
                    <a:pt x="3112129" y="1837023"/>
                  </a:lnTo>
                  <a:lnTo>
                    <a:pt x="3112129" y="2414913"/>
                  </a:lnTo>
                  <a:lnTo>
                    <a:pt x="3334143" y="2414913"/>
                  </a:lnTo>
                  <a:lnTo>
                    <a:pt x="3334143" y="2119982"/>
                  </a:lnTo>
                  <a:cubicBezTo>
                    <a:pt x="3334143" y="2076087"/>
                    <a:pt x="3342333" y="2044526"/>
                    <a:pt x="3358715" y="2025300"/>
                  </a:cubicBezTo>
                  <a:cubicBezTo>
                    <a:pt x="3375096" y="2006073"/>
                    <a:pt x="3396029" y="1996460"/>
                    <a:pt x="3421514" y="1996460"/>
                  </a:cubicBezTo>
                  <a:cubicBezTo>
                    <a:pt x="3437163" y="1996460"/>
                    <a:pt x="3450813" y="2000904"/>
                    <a:pt x="3462461" y="2009791"/>
                  </a:cubicBezTo>
                  <a:cubicBezTo>
                    <a:pt x="3474109" y="2018679"/>
                    <a:pt x="3482300" y="2030378"/>
                    <a:pt x="3487033" y="2044889"/>
                  </a:cubicBezTo>
                  <a:cubicBezTo>
                    <a:pt x="3489946" y="2053958"/>
                    <a:pt x="3491403" y="2071190"/>
                    <a:pt x="3491403" y="2096584"/>
                  </a:cubicBezTo>
                  <a:lnTo>
                    <a:pt x="3491403" y="2414913"/>
                  </a:lnTo>
                  <a:lnTo>
                    <a:pt x="3713417" y="2414913"/>
                  </a:lnTo>
                  <a:lnTo>
                    <a:pt x="3713417" y="2116717"/>
                  </a:lnTo>
                  <a:cubicBezTo>
                    <a:pt x="3713417" y="2074999"/>
                    <a:pt x="3721372" y="2044708"/>
                    <a:pt x="3737279" y="2025844"/>
                  </a:cubicBezTo>
                  <a:cubicBezTo>
                    <a:pt x="3753188" y="2006980"/>
                    <a:pt x="3774156" y="1997548"/>
                    <a:pt x="3800185" y="1997548"/>
                  </a:cubicBezTo>
                  <a:cubicBezTo>
                    <a:pt x="3822234" y="1997548"/>
                    <a:pt x="3840670" y="2007524"/>
                    <a:pt x="3855492" y="2027476"/>
                  </a:cubicBezTo>
                  <a:cubicBezTo>
                    <a:pt x="3865616" y="2040173"/>
                    <a:pt x="3870677" y="2059581"/>
                    <a:pt x="3870677" y="2085701"/>
                  </a:cubicBezTo>
                  <a:lnTo>
                    <a:pt x="3870677" y="2414913"/>
                  </a:lnTo>
                  <a:lnTo>
                    <a:pt x="4092692" y="2414913"/>
                  </a:lnTo>
                  <a:lnTo>
                    <a:pt x="4092692" y="2051963"/>
                  </a:lnTo>
                  <a:cubicBezTo>
                    <a:pt x="4092692" y="1973605"/>
                    <a:pt x="4075303" y="1916016"/>
                    <a:pt x="4040526" y="1879195"/>
                  </a:cubicBezTo>
                  <a:cubicBezTo>
                    <a:pt x="4005748" y="1842374"/>
                    <a:pt x="3957385" y="1823963"/>
                    <a:pt x="3895436" y="1823963"/>
                  </a:cubicBezTo>
                  <a:cubicBezTo>
                    <a:pt x="3853412" y="1823963"/>
                    <a:pt x="3818090" y="1830765"/>
                    <a:pt x="3789471" y="1844369"/>
                  </a:cubicBezTo>
                  <a:cubicBezTo>
                    <a:pt x="3760852" y="1857973"/>
                    <a:pt x="3729153" y="1883639"/>
                    <a:pt x="3694372" y="1921367"/>
                  </a:cubicBezTo>
                  <a:cubicBezTo>
                    <a:pt x="3677300" y="1889080"/>
                    <a:pt x="3655321" y="1864775"/>
                    <a:pt x="3628436" y="1848450"/>
                  </a:cubicBezTo>
                  <a:cubicBezTo>
                    <a:pt x="3601552" y="1832125"/>
                    <a:pt x="3565039" y="1823963"/>
                    <a:pt x="3518900" y="1823963"/>
                  </a:cubicBezTo>
                  <a:close/>
                  <a:moveTo>
                    <a:pt x="2656491" y="1823963"/>
                  </a:moveTo>
                  <a:cubicBezTo>
                    <a:pt x="2615136" y="1823963"/>
                    <a:pt x="2576682" y="1827047"/>
                    <a:pt x="2541131" y="1833214"/>
                  </a:cubicBezTo>
                  <a:cubicBezTo>
                    <a:pt x="2505579" y="1839381"/>
                    <a:pt x="2477646" y="1848087"/>
                    <a:pt x="2457331" y="1859333"/>
                  </a:cubicBezTo>
                  <a:cubicBezTo>
                    <a:pt x="2429035" y="1874932"/>
                    <a:pt x="2407360" y="1893343"/>
                    <a:pt x="2392305" y="1914565"/>
                  </a:cubicBezTo>
                  <a:cubicBezTo>
                    <a:pt x="2377250" y="1935787"/>
                    <a:pt x="2365732" y="1964899"/>
                    <a:pt x="2357751" y="2001901"/>
                  </a:cubicBezTo>
                  <a:lnTo>
                    <a:pt x="2569427" y="2024211"/>
                  </a:lnTo>
                  <a:cubicBezTo>
                    <a:pt x="2578133" y="1999180"/>
                    <a:pt x="2589560" y="1982130"/>
                    <a:pt x="2603708" y="1973061"/>
                  </a:cubicBezTo>
                  <a:cubicBezTo>
                    <a:pt x="2621847" y="1961452"/>
                    <a:pt x="2649055" y="1955648"/>
                    <a:pt x="2685331" y="1955648"/>
                  </a:cubicBezTo>
                  <a:cubicBezTo>
                    <a:pt x="2713627" y="1955648"/>
                    <a:pt x="2733398" y="1961090"/>
                    <a:pt x="2744644" y="1971973"/>
                  </a:cubicBezTo>
                  <a:cubicBezTo>
                    <a:pt x="2755890" y="1982856"/>
                    <a:pt x="2761513" y="2001901"/>
                    <a:pt x="2761513" y="2029109"/>
                  </a:cubicBezTo>
                  <a:cubicBezTo>
                    <a:pt x="2733942" y="2039992"/>
                    <a:pt x="2707823" y="2048789"/>
                    <a:pt x="2683155" y="2055500"/>
                  </a:cubicBezTo>
                  <a:cubicBezTo>
                    <a:pt x="2658487" y="2062211"/>
                    <a:pt x="2604615" y="2073911"/>
                    <a:pt x="2521541" y="2090598"/>
                  </a:cubicBezTo>
                  <a:cubicBezTo>
                    <a:pt x="2452252" y="2104383"/>
                    <a:pt x="2404730" y="2125424"/>
                    <a:pt x="2378973" y="2153720"/>
                  </a:cubicBezTo>
                  <a:cubicBezTo>
                    <a:pt x="2353217" y="2182016"/>
                    <a:pt x="2340339" y="2218111"/>
                    <a:pt x="2340339" y="2262006"/>
                  </a:cubicBezTo>
                  <a:cubicBezTo>
                    <a:pt x="2340339" y="2308803"/>
                    <a:pt x="2358205" y="2348164"/>
                    <a:pt x="2393937" y="2380087"/>
                  </a:cubicBezTo>
                  <a:cubicBezTo>
                    <a:pt x="2429670" y="2412011"/>
                    <a:pt x="2482000" y="2427973"/>
                    <a:pt x="2550926" y="2427973"/>
                  </a:cubicBezTo>
                  <a:cubicBezTo>
                    <a:pt x="2602801" y="2427973"/>
                    <a:pt x="2648329" y="2419992"/>
                    <a:pt x="2687508" y="2404030"/>
                  </a:cubicBezTo>
                  <a:cubicBezTo>
                    <a:pt x="2716167" y="2392059"/>
                    <a:pt x="2745007" y="2372106"/>
                    <a:pt x="2774028" y="2344173"/>
                  </a:cubicBezTo>
                  <a:cubicBezTo>
                    <a:pt x="2776568" y="2360861"/>
                    <a:pt x="2779107" y="2373104"/>
                    <a:pt x="2781647" y="2380904"/>
                  </a:cubicBezTo>
                  <a:cubicBezTo>
                    <a:pt x="2784186" y="2388703"/>
                    <a:pt x="2789627" y="2400040"/>
                    <a:pt x="2797971" y="2414913"/>
                  </a:cubicBezTo>
                  <a:lnTo>
                    <a:pt x="3005837" y="2414913"/>
                  </a:lnTo>
                  <a:cubicBezTo>
                    <a:pt x="2994229" y="2390970"/>
                    <a:pt x="2986701" y="2371290"/>
                    <a:pt x="2983255" y="2355873"/>
                  </a:cubicBezTo>
                  <a:cubicBezTo>
                    <a:pt x="2979809" y="2340455"/>
                    <a:pt x="2978086" y="2319142"/>
                    <a:pt x="2978086" y="2291935"/>
                  </a:cubicBezTo>
                  <a:lnTo>
                    <a:pt x="2978086" y="2036727"/>
                  </a:lnTo>
                  <a:cubicBezTo>
                    <a:pt x="2978086" y="2009519"/>
                    <a:pt x="2972644" y="1980951"/>
                    <a:pt x="2961761" y="1951023"/>
                  </a:cubicBezTo>
                  <a:cubicBezTo>
                    <a:pt x="2950878" y="1921094"/>
                    <a:pt x="2936005" y="1897968"/>
                    <a:pt x="2917141" y="1881643"/>
                  </a:cubicBezTo>
                  <a:cubicBezTo>
                    <a:pt x="2890296" y="1858063"/>
                    <a:pt x="2856740" y="1842555"/>
                    <a:pt x="2816472" y="1835118"/>
                  </a:cubicBezTo>
                  <a:cubicBezTo>
                    <a:pt x="2776205" y="1827682"/>
                    <a:pt x="2722878" y="1823963"/>
                    <a:pt x="2656491" y="1823963"/>
                  </a:cubicBezTo>
                  <a:close/>
                  <a:moveTo>
                    <a:pt x="1908086" y="1603581"/>
                  </a:moveTo>
                  <a:cubicBezTo>
                    <a:pt x="1825012" y="1603581"/>
                    <a:pt x="1759623" y="1614011"/>
                    <a:pt x="1711919" y="1634870"/>
                  </a:cubicBezTo>
                  <a:cubicBezTo>
                    <a:pt x="1664215" y="1655729"/>
                    <a:pt x="1628482" y="1684388"/>
                    <a:pt x="1604721" y="1720846"/>
                  </a:cubicBezTo>
                  <a:cubicBezTo>
                    <a:pt x="1580959" y="1757304"/>
                    <a:pt x="1569079" y="1796030"/>
                    <a:pt x="1569079" y="1837023"/>
                  </a:cubicBezTo>
                  <a:cubicBezTo>
                    <a:pt x="1569079" y="1899419"/>
                    <a:pt x="1592296" y="1950751"/>
                    <a:pt x="1638730" y="1991018"/>
                  </a:cubicBezTo>
                  <a:cubicBezTo>
                    <a:pt x="1684802" y="2031285"/>
                    <a:pt x="1761890" y="2063572"/>
                    <a:pt x="1869995" y="2087877"/>
                  </a:cubicBezTo>
                  <a:cubicBezTo>
                    <a:pt x="1936019" y="2102388"/>
                    <a:pt x="1978100" y="2117806"/>
                    <a:pt x="1996238" y="2134130"/>
                  </a:cubicBezTo>
                  <a:cubicBezTo>
                    <a:pt x="2014377" y="2150455"/>
                    <a:pt x="2023446" y="2168956"/>
                    <a:pt x="2023446" y="2189634"/>
                  </a:cubicBezTo>
                  <a:cubicBezTo>
                    <a:pt x="2023446" y="2211400"/>
                    <a:pt x="2013924" y="2230536"/>
                    <a:pt x="1994878" y="2247042"/>
                  </a:cubicBezTo>
                  <a:cubicBezTo>
                    <a:pt x="1975833" y="2263548"/>
                    <a:pt x="1948716" y="2271801"/>
                    <a:pt x="1913527" y="2271801"/>
                  </a:cubicBezTo>
                  <a:cubicBezTo>
                    <a:pt x="1866367" y="2271801"/>
                    <a:pt x="1830091" y="2255658"/>
                    <a:pt x="1804697" y="2223372"/>
                  </a:cubicBezTo>
                  <a:cubicBezTo>
                    <a:pt x="1789098" y="2203419"/>
                    <a:pt x="1778759" y="2174398"/>
                    <a:pt x="1773680" y="2136307"/>
                  </a:cubicBezTo>
                  <a:lnTo>
                    <a:pt x="1539150" y="2150999"/>
                  </a:lnTo>
                  <a:cubicBezTo>
                    <a:pt x="1546043" y="2231534"/>
                    <a:pt x="1575608" y="2297921"/>
                    <a:pt x="1627847" y="2350159"/>
                  </a:cubicBezTo>
                  <a:cubicBezTo>
                    <a:pt x="1680086" y="2402398"/>
                    <a:pt x="1774043" y="2428517"/>
                    <a:pt x="1909718" y="2428517"/>
                  </a:cubicBezTo>
                  <a:cubicBezTo>
                    <a:pt x="1986988" y="2428517"/>
                    <a:pt x="2051017" y="2417362"/>
                    <a:pt x="2101804" y="2395052"/>
                  </a:cubicBezTo>
                  <a:cubicBezTo>
                    <a:pt x="2152592" y="2372742"/>
                    <a:pt x="2192133" y="2340001"/>
                    <a:pt x="2220429" y="2296832"/>
                  </a:cubicBezTo>
                  <a:cubicBezTo>
                    <a:pt x="2248726" y="2253663"/>
                    <a:pt x="2262873" y="2206503"/>
                    <a:pt x="2262873" y="2155352"/>
                  </a:cubicBezTo>
                  <a:cubicBezTo>
                    <a:pt x="2262873" y="2111820"/>
                    <a:pt x="2252262" y="2072460"/>
                    <a:pt x="2231040" y="2037271"/>
                  </a:cubicBezTo>
                  <a:cubicBezTo>
                    <a:pt x="2209818" y="2002083"/>
                    <a:pt x="2175900" y="1972608"/>
                    <a:pt x="2129284" y="1948846"/>
                  </a:cubicBezTo>
                  <a:cubicBezTo>
                    <a:pt x="2082668" y="1925085"/>
                    <a:pt x="2005489" y="1901596"/>
                    <a:pt x="1897747" y="1878378"/>
                  </a:cubicBezTo>
                  <a:cubicBezTo>
                    <a:pt x="1854215" y="1869309"/>
                    <a:pt x="1826644" y="1859514"/>
                    <a:pt x="1815036" y="1848994"/>
                  </a:cubicBezTo>
                  <a:cubicBezTo>
                    <a:pt x="1803064" y="1838837"/>
                    <a:pt x="1797079" y="1827410"/>
                    <a:pt x="1797079" y="1814713"/>
                  </a:cubicBezTo>
                  <a:cubicBezTo>
                    <a:pt x="1797079" y="1797300"/>
                    <a:pt x="1804334" y="1782517"/>
                    <a:pt x="1818845" y="1770364"/>
                  </a:cubicBezTo>
                  <a:cubicBezTo>
                    <a:pt x="1833356" y="1758211"/>
                    <a:pt x="1854940" y="1752135"/>
                    <a:pt x="1883599" y="1752135"/>
                  </a:cubicBezTo>
                  <a:cubicBezTo>
                    <a:pt x="1918425" y="1752135"/>
                    <a:pt x="1945723" y="1760297"/>
                    <a:pt x="1965494" y="1776622"/>
                  </a:cubicBezTo>
                  <a:cubicBezTo>
                    <a:pt x="1985265" y="1792946"/>
                    <a:pt x="1998234" y="1819066"/>
                    <a:pt x="2004401" y="1854980"/>
                  </a:cubicBezTo>
                  <a:lnTo>
                    <a:pt x="2236754" y="1841376"/>
                  </a:lnTo>
                  <a:cubicBezTo>
                    <a:pt x="2226597" y="1758665"/>
                    <a:pt x="2194764" y="1698355"/>
                    <a:pt x="2141255" y="1660445"/>
                  </a:cubicBezTo>
                  <a:cubicBezTo>
                    <a:pt x="2087747" y="1622536"/>
                    <a:pt x="2010024" y="1603581"/>
                    <a:pt x="1908086" y="1603581"/>
                  </a:cubicBezTo>
                  <a:close/>
                  <a:moveTo>
                    <a:pt x="0" y="0"/>
                  </a:moveTo>
                  <a:lnTo>
                    <a:pt x="7644740" y="0"/>
                  </a:lnTo>
                  <a:lnTo>
                    <a:pt x="764474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75000"/>
                <a:lumOff val="2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DAE122-DAC2-60B8-B8EE-F1A55AD50B6A}"/>
                </a:ext>
              </a:extLst>
            </p:cNvPr>
            <p:cNvSpPr txBox="1"/>
            <p:nvPr/>
          </p:nvSpPr>
          <p:spPr>
            <a:xfrm>
              <a:off x="-3020291" y="4932218"/>
              <a:ext cx="302029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Samsung Galaxy S26 line, launched in February 2026, includes the S26, S26+, and S26 Ultra, standing out for its Snapdragon 8 Elite Gen 5 processor, intense focus on artificial intelligence (Galaxy AI), and robust construction with Armor </a:t>
              </a:r>
              <a:r>
                <a:rPr lang="en-GB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Aluminum</a:t>
              </a:r>
              <a:r>
                <a:rPr lang="en-GB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The models offer high-brightness screens, improved cameras, and the Ultra features </a:t>
              </a:r>
              <a:r>
                <a:rPr lang="en-GB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</a:t>
              </a:r>
              <a:r>
                <a:rPr lang="en-GB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exclusive “Privacy Display</a:t>
              </a:r>
            </a:p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075475408"/>
      </p:ext>
    </p:extLst>
  </p:cSld>
  <p:clrMapOvr>
    <a:masterClrMapping/>
  </p:clrMapOvr>
  <p:transition spd="slow" advTm="4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DBBA02-B9C4-B1E7-53F5-03203BD3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88920F2-605B-3E42-E39E-41DFD71CC887}"/>
              </a:ext>
            </a:extLst>
          </p:cNvPr>
          <p:cNvGrpSpPr/>
          <p:nvPr/>
        </p:nvGrpSpPr>
        <p:grpSpPr>
          <a:xfrm>
            <a:off x="0" y="0"/>
            <a:ext cx="7644739" cy="6963543"/>
            <a:chOff x="-7644739" y="0"/>
            <a:chExt cx="7644739" cy="6963543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A9DE02C9-E630-3126-67BB-037AB9AB1C20}"/>
                </a:ext>
              </a:extLst>
            </p:cNvPr>
            <p:cNvSpPr/>
            <p:nvPr/>
          </p:nvSpPr>
          <p:spPr>
            <a:xfrm>
              <a:off x="-7644739" y="0"/>
              <a:ext cx="7644739" cy="6858000"/>
            </a:xfrm>
            <a:custGeom>
              <a:avLst/>
              <a:gdLst/>
              <a:ahLst/>
              <a:cxnLst/>
              <a:rect l="l" t="t" r="r" b="b"/>
              <a:pathLst>
                <a:path w="7644740" h="6858000">
                  <a:moveTo>
                    <a:pt x="3431546" y="3372408"/>
                  </a:moveTo>
                  <a:cubicBezTo>
                    <a:pt x="3461656" y="3372408"/>
                    <a:pt x="3486868" y="3384198"/>
                    <a:pt x="3507183" y="3407778"/>
                  </a:cubicBezTo>
                  <a:cubicBezTo>
                    <a:pt x="3527498" y="3431358"/>
                    <a:pt x="3537656" y="3465640"/>
                    <a:pt x="3537656" y="3510623"/>
                  </a:cubicBezTo>
                  <a:cubicBezTo>
                    <a:pt x="3537656" y="3554518"/>
                    <a:pt x="3527861" y="3587530"/>
                    <a:pt x="3508272" y="3609659"/>
                  </a:cubicBezTo>
                  <a:cubicBezTo>
                    <a:pt x="3488682" y="3631788"/>
                    <a:pt x="3464377" y="3642852"/>
                    <a:pt x="3435355" y="3642852"/>
                  </a:cubicBezTo>
                  <a:cubicBezTo>
                    <a:pt x="3403794" y="3642852"/>
                    <a:pt x="3377131" y="3630609"/>
                    <a:pt x="3355365" y="3606122"/>
                  </a:cubicBezTo>
                  <a:cubicBezTo>
                    <a:pt x="3333599" y="3581635"/>
                    <a:pt x="3322716" y="3547807"/>
                    <a:pt x="3322716" y="3504637"/>
                  </a:cubicBezTo>
                  <a:cubicBezTo>
                    <a:pt x="3322716" y="3462193"/>
                    <a:pt x="3333145" y="3429544"/>
                    <a:pt x="3354004" y="3406690"/>
                  </a:cubicBezTo>
                  <a:cubicBezTo>
                    <a:pt x="3374864" y="3383835"/>
                    <a:pt x="3400711" y="3372408"/>
                    <a:pt x="3431546" y="3372408"/>
                  </a:cubicBezTo>
                  <a:close/>
                  <a:moveTo>
                    <a:pt x="3433179" y="2956131"/>
                  </a:moveTo>
                  <a:cubicBezTo>
                    <a:pt x="3325799" y="2956131"/>
                    <a:pt x="3241818" y="2989597"/>
                    <a:pt x="3181236" y="3056528"/>
                  </a:cubicBezTo>
                  <a:cubicBezTo>
                    <a:pt x="3120654" y="3123458"/>
                    <a:pt x="3090363" y="3228933"/>
                    <a:pt x="3090363" y="3372953"/>
                  </a:cubicBezTo>
                  <a:cubicBezTo>
                    <a:pt x="3090363" y="3471263"/>
                    <a:pt x="3104783" y="3550255"/>
                    <a:pt x="3133623" y="3609931"/>
                  </a:cubicBezTo>
                  <a:cubicBezTo>
                    <a:pt x="3162463" y="3669606"/>
                    <a:pt x="3201007" y="3713048"/>
                    <a:pt x="3249255" y="3740256"/>
                  </a:cubicBezTo>
                  <a:cubicBezTo>
                    <a:pt x="3297503" y="3767463"/>
                    <a:pt x="3361532" y="3781067"/>
                    <a:pt x="3441341" y="3781067"/>
                  </a:cubicBezTo>
                  <a:cubicBezTo>
                    <a:pt x="3507728" y="3781067"/>
                    <a:pt x="3562959" y="3769912"/>
                    <a:pt x="3607036" y="3747602"/>
                  </a:cubicBezTo>
                  <a:cubicBezTo>
                    <a:pt x="3651112" y="3725291"/>
                    <a:pt x="3685575" y="3692370"/>
                    <a:pt x="3710424" y="3648838"/>
                  </a:cubicBezTo>
                  <a:cubicBezTo>
                    <a:pt x="3735274" y="3605306"/>
                    <a:pt x="3747699" y="3557239"/>
                    <a:pt x="3747699" y="3504637"/>
                  </a:cubicBezTo>
                  <a:cubicBezTo>
                    <a:pt x="3747699" y="3426642"/>
                    <a:pt x="3723121" y="3362251"/>
                    <a:pt x="3673966" y="3311463"/>
                  </a:cubicBezTo>
                  <a:cubicBezTo>
                    <a:pt x="3624811" y="3260676"/>
                    <a:pt x="3564682" y="3235282"/>
                    <a:pt x="3493580" y="3235282"/>
                  </a:cubicBezTo>
                  <a:cubicBezTo>
                    <a:pt x="3456940" y="3235282"/>
                    <a:pt x="3424654" y="3241721"/>
                    <a:pt x="3396721" y="3254599"/>
                  </a:cubicBezTo>
                  <a:cubicBezTo>
                    <a:pt x="3368787" y="3267477"/>
                    <a:pt x="3341580" y="3287339"/>
                    <a:pt x="3315098" y="3314184"/>
                  </a:cubicBezTo>
                  <a:cubicBezTo>
                    <a:pt x="3321990" y="3228571"/>
                    <a:pt x="3332692" y="3172704"/>
                    <a:pt x="3347203" y="3146585"/>
                  </a:cubicBezTo>
                  <a:cubicBezTo>
                    <a:pt x="3367155" y="3110308"/>
                    <a:pt x="3395088" y="3092170"/>
                    <a:pt x="3431002" y="3092170"/>
                  </a:cubicBezTo>
                  <a:cubicBezTo>
                    <a:pt x="3450954" y="3092170"/>
                    <a:pt x="3467732" y="3098518"/>
                    <a:pt x="3481336" y="3111215"/>
                  </a:cubicBezTo>
                  <a:cubicBezTo>
                    <a:pt x="3494940" y="3123912"/>
                    <a:pt x="3504644" y="3145678"/>
                    <a:pt x="3510449" y="3176513"/>
                  </a:cubicBezTo>
                  <a:lnTo>
                    <a:pt x="3730830" y="3149306"/>
                  </a:lnTo>
                  <a:cubicBezTo>
                    <a:pt x="3718133" y="3106499"/>
                    <a:pt x="3699632" y="3070948"/>
                    <a:pt x="3675327" y="3042652"/>
                  </a:cubicBezTo>
                  <a:cubicBezTo>
                    <a:pt x="3651021" y="3014356"/>
                    <a:pt x="3620458" y="2992862"/>
                    <a:pt x="3583637" y="2978170"/>
                  </a:cubicBezTo>
                  <a:cubicBezTo>
                    <a:pt x="3546816" y="2963478"/>
                    <a:pt x="3496663" y="2956131"/>
                    <a:pt x="3433179" y="2956131"/>
                  </a:cubicBezTo>
                  <a:close/>
                  <a:moveTo>
                    <a:pt x="2667918" y="2956131"/>
                  </a:moveTo>
                  <a:cubicBezTo>
                    <a:pt x="2593188" y="2956131"/>
                    <a:pt x="2534692" y="2965473"/>
                    <a:pt x="2492429" y="2984155"/>
                  </a:cubicBezTo>
                  <a:cubicBezTo>
                    <a:pt x="2450167" y="3002838"/>
                    <a:pt x="2417427" y="3029683"/>
                    <a:pt x="2394210" y="3064690"/>
                  </a:cubicBezTo>
                  <a:cubicBezTo>
                    <a:pt x="2370992" y="3099697"/>
                    <a:pt x="2355030" y="3148399"/>
                    <a:pt x="2346324" y="3210795"/>
                  </a:cubicBezTo>
                  <a:lnTo>
                    <a:pt x="2568338" y="3228752"/>
                  </a:lnTo>
                  <a:cubicBezTo>
                    <a:pt x="2574506" y="3183769"/>
                    <a:pt x="2586568" y="3152389"/>
                    <a:pt x="2604525" y="3134614"/>
                  </a:cubicBezTo>
                  <a:cubicBezTo>
                    <a:pt x="2622482" y="3116838"/>
                    <a:pt x="2645608" y="3107950"/>
                    <a:pt x="2673904" y="3107950"/>
                  </a:cubicBezTo>
                  <a:cubicBezTo>
                    <a:pt x="2701112" y="3107950"/>
                    <a:pt x="2723694" y="3116566"/>
                    <a:pt x="2741651" y="3133797"/>
                  </a:cubicBezTo>
                  <a:cubicBezTo>
                    <a:pt x="2759608" y="3151029"/>
                    <a:pt x="2768587" y="3171797"/>
                    <a:pt x="2768587" y="3196103"/>
                  </a:cubicBezTo>
                  <a:cubicBezTo>
                    <a:pt x="2768587" y="3218594"/>
                    <a:pt x="2759518" y="3242356"/>
                    <a:pt x="2741379" y="3267387"/>
                  </a:cubicBezTo>
                  <a:cubicBezTo>
                    <a:pt x="2723241" y="3292418"/>
                    <a:pt x="2681704" y="3329058"/>
                    <a:pt x="2616768" y="3377306"/>
                  </a:cubicBezTo>
                  <a:cubicBezTo>
                    <a:pt x="2510477" y="3456026"/>
                    <a:pt x="2438014" y="3524318"/>
                    <a:pt x="2399379" y="3582179"/>
                  </a:cubicBezTo>
                  <a:cubicBezTo>
                    <a:pt x="2360744" y="3640041"/>
                    <a:pt x="2337618" y="3701802"/>
                    <a:pt x="2329999" y="3767463"/>
                  </a:cubicBezTo>
                  <a:lnTo>
                    <a:pt x="2994954" y="3767463"/>
                  </a:lnTo>
                  <a:lnTo>
                    <a:pt x="2994954" y="3586804"/>
                  </a:lnTo>
                  <a:lnTo>
                    <a:pt x="2648873" y="3586804"/>
                  </a:lnTo>
                  <a:cubicBezTo>
                    <a:pt x="2669188" y="3566852"/>
                    <a:pt x="2686873" y="3550709"/>
                    <a:pt x="2701928" y="3538375"/>
                  </a:cubicBezTo>
                  <a:cubicBezTo>
                    <a:pt x="2716983" y="3526041"/>
                    <a:pt x="2746821" y="3504456"/>
                    <a:pt x="2791441" y="3473621"/>
                  </a:cubicBezTo>
                  <a:cubicBezTo>
                    <a:pt x="2866534" y="3420656"/>
                    <a:pt x="2918319" y="3372045"/>
                    <a:pt x="2946797" y="3327788"/>
                  </a:cubicBezTo>
                  <a:cubicBezTo>
                    <a:pt x="2975274" y="3283530"/>
                    <a:pt x="2989513" y="3237096"/>
                    <a:pt x="2989513" y="3188485"/>
                  </a:cubicBezTo>
                  <a:cubicBezTo>
                    <a:pt x="2989513" y="3142776"/>
                    <a:pt x="2977088" y="3101511"/>
                    <a:pt x="2952238" y="3064690"/>
                  </a:cubicBezTo>
                  <a:cubicBezTo>
                    <a:pt x="2927389" y="3027869"/>
                    <a:pt x="2893288" y="3000571"/>
                    <a:pt x="2849938" y="2982795"/>
                  </a:cubicBezTo>
                  <a:cubicBezTo>
                    <a:pt x="2806587" y="2965019"/>
                    <a:pt x="2745914" y="2956131"/>
                    <a:pt x="2667918" y="2956131"/>
                  </a:cubicBezTo>
                  <a:close/>
                  <a:moveTo>
                    <a:pt x="1908086" y="2956131"/>
                  </a:moveTo>
                  <a:cubicBezTo>
                    <a:pt x="1825012" y="2956131"/>
                    <a:pt x="1759623" y="2966561"/>
                    <a:pt x="1711919" y="2987420"/>
                  </a:cubicBezTo>
                  <a:cubicBezTo>
                    <a:pt x="1664215" y="3008279"/>
                    <a:pt x="1628482" y="3036938"/>
                    <a:pt x="1604721" y="3073396"/>
                  </a:cubicBezTo>
                  <a:cubicBezTo>
                    <a:pt x="1580959" y="3109855"/>
                    <a:pt x="1569079" y="3148580"/>
                    <a:pt x="1569079" y="3189573"/>
                  </a:cubicBezTo>
                  <a:cubicBezTo>
                    <a:pt x="1569079" y="3251969"/>
                    <a:pt x="1592296" y="3303301"/>
                    <a:pt x="1638730" y="3343568"/>
                  </a:cubicBezTo>
                  <a:cubicBezTo>
                    <a:pt x="1684802" y="3383835"/>
                    <a:pt x="1761890" y="3416122"/>
                    <a:pt x="1869995" y="3440427"/>
                  </a:cubicBezTo>
                  <a:cubicBezTo>
                    <a:pt x="1936019" y="3454938"/>
                    <a:pt x="1978100" y="3470356"/>
                    <a:pt x="1996238" y="3486680"/>
                  </a:cubicBezTo>
                  <a:cubicBezTo>
                    <a:pt x="2014377" y="3503005"/>
                    <a:pt x="2023446" y="3521506"/>
                    <a:pt x="2023446" y="3542184"/>
                  </a:cubicBezTo>
                  <a:cubicBezTo>
                    <a:pt x="2023446" y="3563950"/>
                    <a:pt x="2013924" y="3583086"/>
                    <a:pt x="1994878" y="3599592"/>
                  </a:cubicBezTo>
                  <a:cubicBezTo>
                    <a:pt x="1975833" y="3616098"/>
                    <a:pt x="1948716" y="3624351"/>
                    <a:pt x="1913527" y="3624351"/>
                  </a:cubicBezTo>
                  <a:cubicBezTo>
                    <a:pt x="1866367" y="3624351"/>
                    <a:pt x="1830091" y="3608208"/>
                    <a:pt x="1804697" y="3575921"/>
                  </a:cubicBezTo>
                  <a:cubicBezTo>
                    <a:pt x="1789098" y="3555969"/>
                    <a:pt x="1778759" y="3526948"/>
                    <a:pt x="1773680" y="3488857"/>
                  </a:cubicBezTo>
                  <a:lnTo>
                    <a:pt x="1539150" y="3503549"/>
                  </a:lnTo>
                  <a:cubicBezTo>
                    <a:pt x="1546043" y="3584084"/>
                    <a:pt x="1575608" y="3650470"/>
                    <a:pt x="1627847" y="3702709"/>
                  </a:cubicBezTo>
                  <a:cubicBezTo>
                    <a:pt x="1680086" y="3754948"/>
                    <a:pt x="1774043" y="3781067"/>
                    <a:pt x="1909718" y="3781067"/>
                  </a:cubicBezTo>
                  <a:cubicBezTo>
                    <a:pt x="1986988" y="3781067"/>
                    <a:pt x="2051017" y="3769912"/>
                    <a:pt x="2101804" y="3747602"/>
                  </a:cubicBezTo>
                  <a:cubicBezTo>
                    <a:pt x="2152592" y="3725291"/>
                    <a:pt x="2192133" y="3692551"/>
                    <a:pt x="2220429" y="3649382"/>
                  </a:cubicBezTo>
                  <a:cubicBezTo>
                    <a:pt x="2248725" y="3606213"/>
                    <a:pt x="2262873" y="3559053"/>
                    <a:pt x="2262873" y="3507902"/>
                  </a:cubicBezTo>
                  <a:cubicBezTo>
                    <a:pt x="2262873" y="3464370"/>
                    <a:pt x="2252262" y="3425010"/>
                    <a:pt x="2231040" y="3389821"/>
                  </a:cubicBezTo>
                  <a:cubicBezTo>
                    <a:pt x="2209818" y="3354633"/>
                    <a:pt x="2175899" y="3325158"/>
                    <a:pt x="2129284" y="3301396"/>
                  </a:cubicBezTo>
                  <a:cubicBezTo>
                    <a:pt x="2082668" y="3277635"/>
                    <a:pt x="2005489" y="3254146"/>
                    <a:pt x="1897747" y="3230929"/>
                  </a:cubicBezTo>
                  <a:cubicBezTo>
                    <a:pt x="1854215" y="3221859"/>
                    <a:pt x="1826644" y="3212065"/>
                    <a:pt x="1815036" y="3201544"/>
                  </a:cubicBezTo>
                  <a:cubicBezTo>
                    <a:pt x="1803064" y="3191387"/>
                    <a:pt x="1797079" y="3179960"/>
                    <a:pt x="1797079" y="3167263"/>
                  </a:cubicBezTo>
                  <a:cubicBezTo>
                    <a:pt x="1797079" y="3149850"/>
                    <a:pt x="1804334" y="3135067"/>
                    <a:pt x="1818845" y="3122914"/>
                  </a:cubicBezTo>
                  <a:cubicBezTo>
                    <a:pt x="1833355" y="3110761"/>
                    <a:pt x="1854940" y="3104685"/>
                    <a:pt x="1883599" y="3104685"/>
                  </a:cubicBezTo>
                  <a:cubicBezTo>
                    <a:pt x="1918425" y="3104685"/>
                    <a:pt x="1945723" y="3112847"/>
                    <a:pt x="1965494" y="3129172"/>
                  </a:cubicBezTo>
                  <a:cubicBezTo>
                    <a:pt x="1985265" y="3145497"/>
                    <a:pt x="1998234" y="3171616"/>
                    <a:pt x="2004401" y="3207530"/>
                  </a:cubicBezTo>
                  <a:lnTo>
                    <a:pt x="2236754" y="3193926"/>
                  </a:lnTo>
                  <a:cubicBezTo>
                    <a:pt x="2226597" y="3111215"/>
                    <a:pt x="2194764" y="3050905"/>
                    <a:pt x="2141255" y="3012995"/>
                  </a:cubicBezTo>
                  <a:cubicBezTo>
                    <a:pt x="2087747" y="2975086"/>
                    <a:pt x="2010024" y="2956131"/>
                    <a:pt x="1908086" y="2956131"/>
                  </a:cubicBezTo>
                  <a:close/>
                  <a:moveTo>
                    <a:pt x="2761513" y="2140660"/>
                  </a:moveTo>
                  <a:lnTo>
                    <a:pt x="2761513" y="2176030"/>
                  </a:lnTo>
                  <a:cubicBezTo>
                    <a:pt x="2761513" y="2203601"/>
                    <a:pt x="2757069" y="2226001"/>
                    <a:pt x="2748181" y="2243233"/>
                  </a:cubicBezTo>
                  <a:cubicBezTo>
                    <a:pt x="2739293" y="2260465"/>
                    <a:pt x="2724238" y="2275066"/>
                    <a:pt x="2703016" y="2287037"/>
                  </a:cubicBezTo>
                  <a:cubicBezTo>
                    <a:pt x="2681794" y="2299009"/>
                    <a:pt x="2658849" y="2304994"/>
                    <a:pt x="2634181" y="2304994"/>
                  </a:cubicBezTo>
                  <a:cubicBezTo>
                    <a:pt x="2610601" y="2304994"/>
                    <a:pt x="2592735" y="2299462"/>
                    <a:pt x="2580582" y="2288398"/>
                  </a:cubicBezTo>
                  <a:cubicBezTo>
                    <a:pt x="2568429" y="2277333"/>
                    <a:pt x="2562353" y="2263095"/>
                    <a:pt x="2562353" y="2245682"/>
                  </a:cubicBezTo>
                  <a:cubicBezTo>
                    <a:pt x="2562353" y="2230445"/>
                    <a:pt x="2568520" y="2216842"/>
                    <a:pt x="2580854" y="2204870"/>
                  </a:cubicBezTo>
                  <a:cubicBezTo>
                    <a:pt x="2592825" y="2193262"/>
                    <a:pt x="2621303" y="2181472"/>
                    <a:pt x="2666286" y="2169500"/>
                  </a:cubicBezTo>
                  <a:cubicBezTo>
                    <a:pt x="2699298" y="2161157"/>
                    <a:pt x="2731040" y="2151543"/>
                    <a:pt x="2761513" y="2140660"/>
                  </a:cubicBezTo>
                  <a:close/>
                  <a:moveTo>
                    <a:pt x="6673864" y="1984488"/>
                  </a:moveTo>
                  <a:cubicBezTo>
                    <a:pt x="6702160" y="1984488"/>
                    <a:pt x="6726103" y="1995643"/>
                    <a:pt x="6745693" y="2017954"/>
                  </a:cubicBezTo>
                  <a:cubicBezTo>
                    <a:pt x="6765282" y="2040264"/>
                    <a:pt x="6775077" y="2072460"/>
                    <a:pt x="6775077" y="2114541"/>
                  </a:cubicBezTo>
                  <a:cubicBezTo>
                    <a:pt x="6775077" y="2156622"/>
                    <a:pt x="6765735" y="2188092"/>
                    <a:pt x="6747053" y="2208951"/>
                  </a:cubicBezTo>
                  <a:cubicBezTo>
                    <a:pt x="6728370" y="2229811"/>
                    <a:pt x="6705244" y="2240240"/>
                    <a:pt x="6677673" y="2240240"/>
                  </a:cubicBezTo>
                  <a:cubicBezTo>
                    <a:pt x="6648652" y="2240240"/>
                    <a:pt x="6625253" y="2230173"/>
                    <a:pt x="6607478" y="2210040"/>
                  </a:cubicBezTo>
                  <a:cubicBezTo>
                    <a:pt x="6589702" y="2189906"/>
                    <a:pt x="6580814" y="2158980"/>
                    <a:pt x="6580814" y="2117262"/>
                  </a:cubicBezTo>
                  <a:cubicBezTo>
                    <a:pt x="6580814" y="2069739"/>
                    <a:pt x="6589249" y="2035729"/>
                    <a:pt x="6606117" y="2015233"/>
                  </a:cubicBezTo>
                  <a:cubicBezTo>
                    <a:pt x="6622986" y="1994737"/>
                    <a:pt x="6645568" y="1984488"/>
                    <a:pt x="6673864" y="1984488"/>
                  </a:cubicBezTo>
                  <a:close/>
                  <a:moveTo>
                    <a:pt x="4899019" y="1837023"/>
                  </a:moveTo>
                  <a:lnTo>
                    <a:pt x="4899019" y="2204870"/>
                  </a:lnTo>
                  <a:cubicBezTo>
                    <a:pt x="4899019" y="2280689"/>
                    <a:pt x="4916342" y="2336827"/>
                    <a:pt x="4950986" y="2373285"/>
                  </a:cubicBezTo>
                  <a:cubicBezTo>
                    <a:pt x="4985630" y="2409744"/>
                    <a:pt x="5033425" y="2427973"/>
                    <a:pt x="5094370" y="2427973"/>
                  </a:cubicBezTo>
                  <a:cubicBezTo>
                    <a:pt x="5140079" y="2427973"/>
                    <a:pt x="5178623" y="2419811"/>
                    <a:pt x="5210003" y="2403486"/>
                  </a:cubicBezTo>
                  <a:cubicBezTo>
                    <a:pt x="5241382" y="2387161"/>
                    <a:pt x="5272490" y="2359773"/>
                    <a:pt x="5303325" y="2321319"/>
                  </a:cubicBezTo>
                  <a:lnTo>
                    <a:pt x="5303325" y="2414913"/>
                  </a:lnTo>
                  <a:lnTo>
                    <a:pt x="5510103" y="2414913"/>
                  </a:lnTo>
                  <a:lnTo>
                    <a:pt x="5510103" y="1837023"/>
                  </a:lnTo>
                  <a:lnTo>
                    <a:pt x="5288633" y="1837023"/>
                  </a:lnTo>
                  <a:lnTo>
                    <a:pt x="5288633" y="2115085"/>
                  </a:lnTo>
                  <a:cubicBezTo>
                    <a:pt x="5288633" y="2167687"/>
                    <a:pt x="5280198" y="2204145"/>
                    <a:pt x="5263330" y="2224460"/>
                  </a:cubicBezTo>
                  <a:cubicBezTo>
                    <a:pt x="5246461" y="2244775"/>
                    <a:pt x="5224785" y="2254932"/>
                    <a:pt x="5198303" y="2254932"/>
                  </a:cubicBezTo>
                  <a:cubicBezTo>
                    <a:pt x="5173998" y="2254932"/>
                    <a:pt x="5155134" y="2247314"/>
                    <a:pt x="5141712" y="2232078"/>
                  </a:cubicBezTo>
                  <a:cubicBezTo>
                    <a:pt x="5128289" y="2216842"/>
                    <a:pt x="5121578" y="2191085"/>
                    <a:pt x="5121578" y="2154808"/>
                  </a:cubicBezTo>
                  <a:lnTo>
                    <a:pt x="5121578" y="1837023"/>
                  </a:lnTo>
                  <a:close/>
                  <a:moveTo>
                    <a:pt x="6596051" y="1823963"/>
                  </a:moveTo>
                  <a:cubicBezTo>
                    <a:pt x="6525673" y="1823963"/>
                    <a:pt x="6468719" y="1847543"/>
                    <a:pt x="6425187" y="1894703"/>
                  </a:cubicBezTo>
                  <a:cubicBezTo>
                    <a:pt x="6381654" y="1941863"/>
                    <a:pt x="6359888" y="2010426"/>
                    <a:pt x="6359888" y="2100393"/>
                  </a:cubicBezTo>
                  <a:cubicBezTo>
                    <a:pt x="6359888" y="2179114"/>
                    <a:pt x="6376757" y="2242417"/>
                    <a:pt x="6410494" y="2290302"/>
                  </a:cubicBezTo>
                  <a:cubicBezTo>
                    <a:pt x="6458017" y="2357777"/>
                    <a:pt x="6520413" y="2391515"/>
                    <a:pt x="6597683" y="2391515"/>
                  </a:cubicBezTo>
                  <a:cubicBezTo>
                    <a:pt x="6637225" y="2391515"/>
                    <a:pt x="6674046" y="2382445"/>
                    <a:pt x="6708146" y="2364307"/>
                  </a:cubicBezTo>
                  <a:cubicBezTo>
                    <a:pt x="6729912" y="2352698"/>
                    <a:pt x="6751678" y="2334016"/>
                    <a:pt x="6773444" y="2308259"/>
                  </a:cubicBezTo>
                  <a:lnTo>
                    <a:pt x="6773444" y="2395868"/>
                  </a:lnTo>
                  <a:cubicBezTo>
                    <a:pt x="6773444" y="2438312"/>
                    <a:pt x="6765554" y="2468059"/>
                    <a:pt x="6749774" y="2485109"/>
                  </a:cubicBezTo>
                  <a:cubicBezTo>
                    <a:pt x="6733993" y="2502159"/>
                    <a:pt x="6710141" y="2510684"/>
                    <a:pt x="6678218" y="2510684"/>
                  </a:cubicBezTo>
                  <a:cubicBezTo>
                    <a:pt x="6653549" y="2510684"/>
                    <a:pt x="6633053" y="2505061"/>
                    <a:pt x="6616728" y="2493816"/>
                  </a:cubicBezTo>
                  <a:cubicBezTo>
                    <a:pt x="6605482" y="2486197"/>
                    <a:pt x="6597139" y="2472412"/>
                    <a:pt x="6591697" y="2452460"/>
                  </a:cubicBezTo>
                  <a:lnTo>
                    <a:pt x="6376757" y="2427973"/>
                  </a:lnTo>
                  <a:cubicBezTo>
                    <a:pt x="6376031" y="2440307"/>
                    <a:pt x="6375669" y="2450102"/>
                    <a:pt x="6375669" y="2457357"/>
                  </a:cubicBezTo>
                  <a:cubicBezTo>
                    <a:pt x="6375669" y="2515763"/>
                    <a:pt x="6397344" y="2562379"/>
                    <a:pt x="6440695" y="2597204"/>
                  </a:cubicBezTo>
                  <a:cubicBezTo>
                    <a:pt x="6484046" y="2632030"/>
                    <a:pt x="6563764" y="2649443"/>
                    <a:pt x="6679850" y="2649443"/>
                  </a:cubicBezTo>
                  <a:cubicBezTo>
                    <a:pt x="6730638" y="2649443"/>
                    <a:pt x="6775712" y="2644908"/>
                    <a:pt x="6815072" y="2635839"/>
                  </a:cubicBezTo>
                  <a:cubicBezTo>
                    <a:pt x="6854432" y="2626770"/>
                    <a:pt x="6886900" y="2612078"/>
                    <a:pt x="6912475" y="2591763"/>
                  </a:cubicBezTo>
                  <a:cubicBezTo>
                    <a:pt x="6938051" y="2571448"/>
                    <a:pt x="6958547" y="2544875"/>
                    <a:pt x="6973965" y="2512044"/>
                  </a:cubicBezTo>
                  <a:cubicBezTo>
                    <a:pt x="6989382" y="2479214"/>
                    <a:pt x="6997091" y="2444660"/>
                    <a:pt x="6997091" y="2408383"/>
                  </a:cubicBezTo>
                  <a:lnTo>
                    <a:pt x="6996547" y="2382808"/>
                  </a:lnTo>
                  <a:lnTo>
                    <a:pt x="6996547" y="1837023"/>
                  </a:lnTo>
                  <a:lnTo>
                    <a:pt x="6789225" y="1837023"/>
                  </a:lnTo>
                  <a:lnTo>
                    <a:pt x="6789225" y="1922455"/>
                  </a:lnTo>
                  <a:cubicBezTo>
                    <a:pt x="6763831" y="1887266"/>
                    <a:pt x="6736533" y="1862054"/>
                    <a:pt x="6707330" y="1846818"/>
                  </a:cubicBezTo>
                  <a:cubicBezTo>
                    <a:pt x="6678127" y="1831581"/>
                    <a:pt x="6641034" y="1823963"/>
                    <a:pt x="6596051" y="1823963"/>
                  </a:cubicBezTo>
                  <a:close/>
                  <a:moveTo>
                    <a:pt x="6059335" y="1823963"/>
                  </a:moveTo>
                  <a:cubicBezTo>
                    <a:pt x="6013989" y="1823963"/>
                    <a:pt x="5975535" y="1832216"/>
                    <a:pt x="5943974" y="1848722"/>
                  </a:cubicBezTo>
                  <a:cubicBezTo>
                    <a:pt x="5912413" y="1865228"/>
                    <a:pt x="5881215" y="1892708"/>
                    <a:pt x="5850380" y="1931161"/>
                  </a:cubicBezTo>
                  <a:lnTo>
                    <a:pt x="5850380" y="1837023"/>
                  </a:lnTo>
                  <a:lnTo>
                    <a:pt x="5644146" y="1837023"/>
                  </a:lnTo>
                  <a:lnTo>
                    <a:pt x="5644146" y="2414913"/>
                  </a:lnTo>
                  <a:lnTo>
                    <a:pt x="5865616" y="2414913"/>
                  </a:lnTo>
                  <a:lnTo>
                    <a:pt x="5865616" y="2137395"/>
                  </a:lnTo>
                  <a:cubicBezTo>
                    <a:pt x="5865616" y="2084794"/>
                    <a:pt x="5873960" y="2048335"/>
                    <a:pt x="5890647" y="2028021"/>
                  </a:cubicBezTo>
                  <a:cubicBezTo>
                    <a:pt x="5907335" y="2007705"/>
                    <a:pt x="5929101" y="1997548"/>
                    <a:pt x="5955946" y="1997548"/>
                  </a:cubicBezTo>
                  <a:cubicBezTo>
                    <a:pt x="5980251" y="1997548"/>
                    <a:pt x="5999115" y="2005075"/>
                    <a:pt x="6012538" y="2020130"/>
                  </a:cubicBezTo>
                  <a:cubicBezTo>
                    <a:pt x="6025960" y="2035185"/>
                    <a:pt x="6032671" y="2060851"/>
                    <a:pt x="6032671" y="2097128"/>
                  </a:cubicBezTo>
                  <a:lnTo>
                    <a:pt x="6032671" y="2414913"/>
                  </a:lnTo>
                  <a:lnTo>
                    <a:pt x="6255230" y="2414913"/>
                  </a:lnTo>
                  <a:lnTo>
                    <a:pt x="6255230" y="2047610"/>
                  </a:lnTo>
                  <a:cubicBezTo>
                    <a:pt x="6255230" y="1971429"/>
                    <a:pt x="6237908" y="1915109"/>
                    <a:pt x="6203263" y="1878651"/>
                  </a:cubicBezTo>
                  <a:cubicBezTo>
                    <a:pt x="6168618" y="1842192"/>
                    <a:pt x="6120643" y="1823963"/>
                    <a:pt x="6059335" y="1823963"/>
                  </a:cubicBezTo>
                  <a:close/>
                  <a:moveTo>
                    <a:pt x="4491012" y="1823963"/>
                  </a:moveTo>
                  <a:cubicBezTo>
                    <a:pt x="4425713" y="1823963"/>
                    <a:pt x="4373656" y="1830758"/>
                    <a:pt x="4334840" y="1844348"/>
                  </a:cubicBezTo>
                  <a:cubicBezTo>
                    <a:pt x="4296024" y="1857937"/>
                    <a:pt x="4265551" y="1878503"/>
                    <a:pt x="4243422" y="1906045"/>
                  </a:cubicBezTo>
                  <a:cubicBezTo>
                    <a:pt x="4221293" y="1933587"/>
                    <a:pt x="4210229" y="1966387"/>
                    <a:pt x="4210229" y="2004443"/>
                  </a:cubicBezTo>
                  <a:cubicBezTo>
                    <a:pt x="4210229" y="2039235"/>
                    <a:pt x="4220477" y="2070221"/>
                    <a:pt x="4240973" y="2097400"/>
                  </a:cubicBezTo>
                  <a:cubicBezTo>
                    <a:pt x="4261470" y="2124579"/>
                    <a:pt x="4286682" y="2143877"/>
                    <a:pt x="4316611" y="2155293"/>
                  </a:cubicBezTo>
                  <a:cubicBezTo>
                    <a:pt x="4346539" y="2166709"/>
                    <a:pt x="4399957" y="2179119"/>
                    <a:pt x="4476864" y="2192525"/>
                  </a:cubicBezTo>
                  <a:cubicBezTo>
                    <a:pt x="4528377" y="2201583"/>
                    <a:pt x="4560119" y="2209189"/>
                    <a:pt x="4572090" y="2215345"/>
                  </a:cubicBezTo>
                  <a:cubicBezTo>
                    <a:pt x="4588778" y="2224040"/>
                    <a:pt x="4597122" y="2236357"/>
                    <a:pt x="4597122" y="2252297"/>
                  </a:cubicBezTo>
                  <a:cubicBezTo>
                    <a:pt x="4597122" y="2266422"/>
                    <a:pt x="4590773" y="2278192"/>
                    <a:pt x="4578076" y="2287607"/>
                  </a:cubicBezTo>
                  <a:cubicBezTo>
                    <a:pt x="4561752" y="2300287"/>
                    <a:pt x="4538716" y="2306627"/>
                    <a:pt x="4508969" y="2306627"/>
                  </a:cubicBezTo>
                  <a:cubicBezTo>
                    <a:pt x="4481761" y="2306627"/>
                    <a:pt x="4459995" y="2301004"/>
                    <a:pt x="4443670" y="2289758"/>
                  </a:cubicBezTo>
                  <a:cubicBezTo>
                    <a:pt x="4427346" y="2278512"/>
                    <a:pt x="4414649" y="2259830"/>
                    <a:pt x="4405580" y="2233710"/>
                  </a:cubicBezTo>
                  <a:lnTo>
                    <a:pt x="4185742" y="2254388"/>
                  </a:lnTo>
                  <a:cubicBezTo>
                    <a:pt x="4198439" y="2309892"/>
                    <a:pt x="4227188" y="2352698"/>
                    <a:pt x="4271990" y="2382808"/>
                  </a:cubicBezTo>
                  <a:cubicBezTo>
                    <a:pt x="4316792" y="2412918"/>
                    <a:pt x="4391976" y="2427973"/>
                    <a:pt x="4497542" y="2427973"/>
                  </a:cubicBezTo>
                  <a:cubicBezTo>
                    <a:pt x="4572272" y="2427973"/>
                    <a:pt x="4631312" y="2418641"/>
                    <a:pt x="4674663" y="2399979"/>
                  </a:cubicBezTo>
                  <a:cubicBezTo>
                    <a:pt x="4718014" y="2381316"/>
                    <a:pt x="4749756" y="2356220"/>
                    <a:pt x="4769890" y="2324690"/>
                  </a:cubicBezTo>
                  <a:cubicBezTo>
                    <a:pt x="4790024" y="2293160"/>
                    <a:pt x="4800091" y="2260725"/>
                    <a:pt x="4800091" y="2227385"/>
                  </a:cubicBezTo>
                  <a:cubicBezTo>
                    <a:pt x="4800091" y="2194407"/>
                    <a:pt x="4790568" y="2164147"/>
                    <a:pt x="4771523" y="2136605"/>
                  </a:cubicBezTo>
                  <a:cubicBezTo>
                    <a:pt x="4752477" y="2109062"/>
                    <a:pt x="4724997" y="2087862"/>
                    <a:pt x="4689083" y="2073002"/>
                  </a:cubicBezTo>
                  <a:cubicBezTo>
                    <a:pt x="4653169" y="2058143"/>
                    <a:pt x="4598391" y="2046547"/>
                    <a:pt x="4524749" y="2038215"/>
                  </a:cubicBezTo>
                  <a:cubicBezTo>
                    <a:pt x="4476138" y="2032416"/>
                    <a:pt x="4444577" y="2025895"/>
                    <a:pt x="4430067" y="2018651"/>
                  </a:cubicBezTo>
                  <a:cubicBezTo>
                    <a:pt x="4415556" y="2011407"/>
                    <a:pt x="4408300" y="2000722"/>
                    <a:pt x="4408300" y="1986597"/>
                  </a:cubicBezTo>
                  <a:cubicBezTo>
                    <a:pt x="4408300" y="1973917"/>
                    <a:pt x="4414014" y="1963140"/>
                    <a:pt x="4425441" y="1954267"/>
                  </a:cubicBezTo>
                  <a:cubicBezTo>
                    <a:pt x="4436869" y="1945393"/>
                    <a:pt x="4455098" y="1940956"/>
                    <a:pt x="4480129" y="1940956"/>
                  </a:cubicBezTo>
                  <a:cubicBezTo>
                    <a:pt x="4504797" y="1940956"/>
                    <a:pt x="4525837" y="1946760"/>
                    <a:pt x="4543250" y="1958369"/>
                  </a:cubicBezTo>
                  <a:cubicBezTo>
                    <a:pt x="4555947" y="1967075"/>
                    <a:pt x="4565017" y="1980679"/>
                    <a:pt x="4570458" y="1999180"/>
                  </a:cubicBezTo>
                  <a:lnTo>
                    <a:pt x="4780501" y="1978503"/>
                  </a:lnTo>
                  <a:cubicBezTo>
                    <a:pt x="4765990" y="1940775"/>
                    <a:pt x="4747761" y="1910846"/>
                    <a:pt x="4725814" y="1888717"/>
                  </a:cubicBezTo>
                  <a:cubicBezTo>
                    <a:pt x="4703866" y="1866588"/>
                    <a:pt x="4676477" y="1850264"/>
                    <a:pt x="4643647" y="1839744"/>
                  </a:cubicBezTo>
                  <a:cubicBezTo>
                    <a:pt x="4610816" y="1829223"/>
                    <a:pt x="4559938" y="1823963"/>
                    <a:pt x="4491012" y="1823963"/>
                  </a:cubicBezTo>
                  <a:close/>
                  <a:moveTo>
                    <a:pt x="3518900" y="1823963"/>
                  </a:moveTo>
                  <a:cubicBezTo>
                    <a:pt x="3476031" y="1823963"/>
                    <a:pt x="3439429" y="1831400"/>
                    <a:pt x="3409096" y="1846273"/>
                  </a:cubicBezTo>
                  <a:cubicBezTo>
                    <a:pt x="3378762" y="1861147"/>
                    <a:pt x="3348699" y="1886178"/>
                    <a:pt x="3318907" y="1921367"/>
                  </a:cubicBezTo>
                  <a:lnTo>
                    <a:pt x="3318907" y="1837023"/>
                  </a:lnTo>
                  <a:lnTo>
                    <a:pt x="3112129" y="1837023"/>
                  </a:lnTo>
                  <a:lnTo>
                    <a:pt x="3112129" y="2414913"/>
                  </a:lnTo>
                  <a:lnTo>
                    <a:pt x="3334143" y="2414913"/>
                  </a:lnTo>
                  <a:lnTo>
                    <a:pt x="3334143" y="2119982"/>
                  </a:lnTo>
                  <a:cubicBezTo>
                    <a:pt x="3334143" y="2076087"/>
                    <a:pt x="3342333" y="2044526"/>
                    <a:pt x="3358715" y="2025300"/>
                  </a:cubicBezTo>
                  <a:cubicBezTo>
                    <a:pt x="3375096" y="2006073"/>
                    <a:pt x="3396029" y="1996460"/>
                    <a:pt x="3421514" y="1996460"/>
                  </a:cubicBezTo>
                  <a:cubicBezTo>
                    <a:pt x="3437163" y="1996460"/>
                    <a:pt x="3450813" y="2000904"/>
                    <a:pt x="3462461" y="2009791"/>
                  </a:cubicBezTo>
                  <a:cubicBezTo>
                    <a:pt x="3474109" y="2018679"/>
                    <a:pt x="3482300" y="2030378"/>
                    <a:pt x="3487033" y="2044889"/>
                  </a:cubicBezTo>
                  <a:cubicBezTo>
                    <a:pt x="3489946" y="2053958"/>
                    <a:pt x="3491403" y="2071190"/>
                    <a:pt x="3491403" y="2096584"/>
                  </a:cubicBezTo>
                  <a:lnTo>
                    <a:pt x="3491403" y="2414913"/>
                  </a:lnTo>
                  <a:lnTo>
                    <a:pt x="3713417" y="2414913"/>
                  </a:lnTo>
                  <a:lnTo>
                    <a:pt x="3713417" y="2116717"/>
                  </a:lnTo>
                  <a:cubicBezTo>
                    <a:pt x="3713417" y="2074999"/>
                    <a:pt x="3721372" y="2044708"/>
                    <a:pt x="3737279" y="2025844"/>
                  </a:cubicBezTo>
                  <a:cubicBezTo>
                    <a:pt x="3753188" y="2006980"/>
                    <a:pt x="3774156" y="1997548"/>
                    <a:pt x="3800185" y="1997548"/>
                  </a:cubicBezTo>
                  <a:cubicBezTo>
                    <a:pt x="3822234" y="1997548"/>
                    <a:pt x="3840670" y="2007524"/>
                    <a:pt x="3855492" y="2027476"/>
                  </a:cubicBezTo>
                  <a:cubicBezTo>
                    <a:pt x="3865616" y="2040173"/>
                    <a:pt x="3870677" y="2059581"/>
                    <a:pt x="3870677" y="2085701"/>
                  </a:cubicBezTo>
                  <a:lnTo>
                    <a:pt x="3870677" y="2414913"/>
                  </a:lnTo>
                  <a:lnTo>
                    <a:pt x="4092692" y="2414913"/>
                  </a:lnTo>
                  <a:lnTo>
                    <a:pt x="4092692" y="2051963"/>
                  </a:lnTo>
                  <a:cubicBezTo>
                    <a:pt x="4092692" y="1973605"/>
                    <a:pt x="4075303" y="1916016"/>
                    <a:pt x="4040526" y="1879195"/>
                  </a:cubicBezTo>
                  <a:cubicBezTo>
                    <a:pt x="4005748" y="1842374"/>
                    <a:pt x="3957385" y="1823963"/>
                    <a:pt x="3895436" y="1823963"/>
                  </a:cubicBezTo>
                  <a:cubicBezTo>
                    <a:pt x="3853412" y="1823963"/>
                    <a:pt x="3818090" y="1830765"/>
                    <a:pt x="3789471" y="1844369"/>
                  </a:cubicBezTo>
                  <a:cubicBezTo>
                    <a:pt x="3760852" y="1857973"/>
                    <a:pt x="3729153" y="1883639"/>
                    <a:pt x="3694372" y="1921367"/>
                  </a:cubicBezTo>
                  <a:cubicBezTo>
                    <a:pt x="3677300" y="1889080"/>
                    <a:pt x="3655321" y="1864775"/>
                    <a:pt x="3628436" y="1848450"/>
                  </a:cubicBezTo>
                  <a:cubicBezTo>
                    <a:pt x="3601552" y="1832125"/>
                    <a:pt x="3565039" y="1823963"/>
                    <a:pt x="3518900" y="1823963"/>
                  </a:cubicBezTo>
                  <a:close/>
                  <a:moveTo>
                    <a:pt x="2656491" y="1823963"/>
                  </a:moveTo>
                  <a:cubicBezTo>
                    <a:pt x="2615136" y="1823963"/>
                    <a:pt x="2576682" y="1827047"/>
                    <a:pt x="2541131" y="1833214"/>
                  </a:cubicBezTo>
                  <a:cubicBezTo>
                    <a:pt x="2505579" y="1839381"/>
                    <a:pt x="2477646" y="1848087"/>
                    <a:pt x="2457331" y="1859333"/>
                  </a:cubicBezTo>
                  <a:cubicBezTo>
                    <a:pt x="2429035" y="1874932"/>
                    <a:pt x="2407360" y="1893343"/>
                    <a:pt x="2392305" y="1914565"/>
                  </a:cubicBezTo>
                  <a:cubicBezTo>
                    <a:pt x="2377250" y="1935787"/>
                    <a:pt x="2365732" y="1964899"/>
                    <a:pt x="2357751" y="2001901"/>
                  </a:cubicBezTo>
                  <a:lnTo>
                    <a:pt x="2569427" y="2024211"/>
                  </a:lnTo>
                  <a:cubicBezTo>
                    <a:pt x="2578133" y="1999180"/>
                    <a:pt x="2589560" y="1982130"/>
                    <a:pt x="2603708" y="1973061"/>
                  </a:cubicBezTo>
                  <a:cubicBezTo>
                    <a:pt x="2621847" y="1961452"/>
                    <a:pt x="2649055" y="1955648"/>
                    <a:pt x="2685331" y="1955648"/>
                  </a:cubicBezTo>
                  <a:cubicBezTo>
                    <a:pt x="2713627" y="1955648"/>
                    <a:pt x="2733398" y="1961090"/>
                    <a:pt x="2744644" y="1971973"/>
                  </a:cubicBezTo>
                  <a:cubicBezTo>
                    <a:pt x="2755890" y="1982856"/>
                    <a:pt x="2761513" y="2001901"/>
                    <a:pt x="2761513" y="2029109"/>
                  </a:cubicBezTo>
                  <a:cubicBezTo>
                    <a:pt x="2733942" y="2039992"/>
                    <a:pt x="2707823" y="2048789"/>
                    <a:pt x="2683155" y="2055500"/>
                  </a:cubicBezTo>
                  <a:cubicBezTo>
                    <a:pt x="2658487" y="2062211"/>
                    <a:pt x="2604615" y="2073911"/>
                    <a:pt x="2521541" y="2090598"/>
                  </a:cubicBezTo>
                  <a:cubicBezTo>
                    <a:pt x="2452252" y="2104383"/>
                    <a:pt x="2404730" y="2125424"/>
                    <a:pt x="2378973" y="2153720"/>
                  </a:cubicBezTo>
                  <a:cubicBezTo>
                    <a:pt x="2353217" y="2182016"/>
                    <a:pt x="2340339" y="2218111"/>
                    <a:pt x="2340339" y="2262006"/>
                  </a:cubicBezTo>
                  <a:cubicBezTo>
                    <a:pt x="2340339" y="2308803"/>
                    <a:pt x="2358205" y="2348164"/>
                    <a:pt x="2393937" y="2380087"/>
                  </a:cubicBezTo>
                  <a:cubicBezTo>
                    <a:pt x="2429670" y="2412011"/>
                    <a:pt x="2482000" y="2427973"/>
                    <a:pt x="2550926" y="2427973"/>
                  </a:cubicBezTo>
                  <a:cubicBezTo>
                    <a:pt x="2602801" y="2427973"/>
                    <a:pt x="2648329" y="2419992"/>
                    <a:pt x="2687508" y="2404030"/>
                  </a:cubicBezTo>
                  <a:cubicBezTo>
                    <a:pt x="2716167" y="2392059"/>
                    <a:pt x="2745007" y="2372106"/>
                    <a:pt x="2774028" y="2344173"/>
                  </a:cubicBezTo>
                  <a:cubicBezTo>
                    <a:pt x="2776568" y="2360861"/>
                    <a:pt x="2779107" y="2373104"/>
                    <a:pt x="2781647" y="2380904"/>
                  </a:cubicBezTo>
                  <a:cubicBezTo>
                    <a:pt x="2784186" y="2388703"/>
                    <a:pt x="2789627" y="2400040"/>
                    <a:pt x="2797971" y="2414913"/>
                  </a:cubicBezTo>
                  <a:lnTo>
                    <a:pt x="3005837" y="2414913"/>
                  </a:lnTo>
                  <a:cubicBezTo>
                    <a:pt x="2994229" y="2390970"/>
                    <a:pt x="2986701" y="2371290"/>
                    <a:pt x="2983255" y="2355873"/>
                  </a:cubicBezTo>
                  <a:cubicBezTo>
                    <a:pt x="2979809" y="2340455"/>
                    <a:pt x="2978086" y="2319142"/>
                    <a:pt x="2978086" y="2291935"/>
                  </a:cubicBezTo>
                  <a:lnTo>
                    <a:pt x="2978086" y="2036727"/>
                  </a:lnTo>
                  <a:cubicBezTo>
                    <a:pt x="2978086" y="2009519"/>
                    <a:pt x="2972644" y="1980951"/>
                    <a:pt x="2961761" y="1951023"/>
                  </a:cubicBezTo>
                  <a:cubicBezTo>
                    <a:pt x="2950878" y="1921094"/>
                    <a:pt x="2936005" y="1897968"/>
                    <a:pt x="2917141" y="1881643"/>
                  </a:cubicBezTo>
                  <a:cubicBezTo>
                    <a:pt x="2890296" y="1858063"/>
                    <a:pt x="2856740" y="1842555"/>
                    <a:pt x="2816472" y="1835118"/>
                  </a:cubicBezTo>
                  <a:cubicBezTo>
                    <a:pt x="2776205" y="1827682"/>
                    <a:pt x="2722878" y="1823963"/>
                    <a:pt x="2656491" y="1823963"/>
                  </a:cubicBezTo>
                  <a:close/>
                  <a:moveTo>
                    <a:pt x="1908086" y="1603581"/>
                  </a:moveTo>
                  <a:cubicBezTo>
                    <a:pt x="1825012" y="1603581"/>
                    <a:pt x="1759623" y="1614011"/>
                    <a:pt x="1711919" y="1634870"/>
                  </a:cubicBezTo>
                  <a:cubicBezTo>
                    <a:pt x="1664215" y="1655729"/>
                    <a:pt x="1628482" y="1684388"/>
                    <a:pt x="1604721" y="1720846"/>
                  </a:cubicBezTo>
                  <a:cubicBezTo>
                    <a:pt x="1580959" y="1757304"/>
                    <a:pt x="1569079" y="1796030"/>
                    <a:pt x="1569079" y="1837023"/>
                  </a:cubicBezTo>
                  <a:cubicBezTo>
                    <a:pt x="1569079" y="1899419"/>
                    <a:pt x="1592296" y="1950751"/>
                    <a:pt x="1638730" y="1991018"/>
                  </a:cubicBezTo>
                  <a:cubicBezTo>
                    <a:pt x="1684802" y="2031285"/>
                    <a:pt x="1761890" y="2063572"/>
                    <a:pt x="1869995" y="2087877"/>
                  </a:cubicBezTo>
                  <a:cubicBezTo>
                    <a:pt x="1936019" y="2102388"/>
                    <a:pt x="1978100" y="2117806"/>
                    <a:pt x="1996238" y="2134130"/>
                  </a:cubicBezTo>
                  <a:cubicBezTo>
                    <a:pt x="2014377" y="2150455"/>
                    <a:pt x="2023446" y="2168956"/>
                    <a:pt x="2023446" y="2189634"/>
                  </a:cubicBezTo>
                  <a:cubicBezTo>
                    <a:pt x="2023446" y="2211400"/>
                    <a:pt x="2013924" y="2230536"/>
                    <a:pt x="1994878" y="2247042"/>
                  </a:cubicBezTo>
                  <a:cubicBezTo>
                    <a:pt x="1975833" y="2263548"/>
                    <a:pt x="1948716" y="2271801"/>
                    <a:pt x="1913527" y="2271801"/>
                  </a:cubicBezTo>
                  <a:cubicBezTo>
                    <a:pt x="1866367" y="2271801"/>
                    <a:pt x="1830091" y="2255658"/>
                    <a:pt x="1804697" y="2223372"/>
                  </a:cubicBezTo>
                  <a:cubicBezTo>
                    <a:pt x="1789098" y="2203419"/>
                    <a:pt x="1778759" y="2174398"/>
                    <a:pt x="1773680" y="2136307"/>
                  </a:cubicBezTo>
                  <a:lnTo>
                    <a:pt x="1539150" y="2150999"/>
                  </a:lnTo>
                  <a:cubicBezTo>
                    <a:pt x="1546043" y="2231534"/>
                    <a:pt x="1575608" y="2297921"/>
                    <a:pt x="1627847" y="2350159"/>
                  </a:cubicBezTo>
                  <a:cubicBezTo>
                    <a:pt x="1680086" y="2402398"/>
                    <a:pt x="1774043" y="2428517"/>
                    <a:pt x="1909718" y="2428517"/>
                  </a:cubicBezTo>
                  <a:cubicBezTo>
                    <a:pt x="1986988" y="2428517"/>
                    <a:pt x="2051017" y="2417362"/>
                    <a:pt x="2101804" y="2395052"/>
                  </a:cubicBezTo>
                  <a:cubicBezTo>
                    <a:pt x="2152592" y="2372742"/>
                    <a:pt x="2192133" y="2340001"/>
                    <a:pt x="2220429" y="2296832"/>
                  </a:cubicBezTo>
                  <a:cubicBezTo>
                    <a:pt x="2248726" y="2253663"/>
                    <a:pt x="2262873" y="2206503"/>
                    <a:pt x="2262873" y="2155352"/>
                  </a:cubicBezTo>
                  <a:cubicBezTo>
                    <a:pt x="2262873" y="2111820"/>
                    <a:pt x="2252262" y="2072460"/>
                    <a:pt x="2231040" y="2037271"/>
                  </a:cubicBezTo>
                  <a:cubicBezTo>
                    <a:pt x="2209818" y="2002083"/>
                    <a:pt x="2175900" y="1972608"/>
                    <a:pt x="2129284" y="1948846"/>
                  </a:cubicBezTo>
                  <a:cubicBezTo>
                    <a:pt x="2082668" y="1925085"/>
                    <a:pt x="2005489" y="1901596"/>
                    <a:pt x="1897747" y="1878378"/>
                  </a:cubicBezTo>
                  <a:cubicBezTo>
                    <a:pt x="1854215" y="1869309"/>
                    <a:pt x="1826644" y="1859514"/>
                    <a:pt x="1815036" y="1848994"/>
                  </a:cubicBezTo>
                  <a:cubicBezTo>
                    <a:pt x="1803064" y="1838837"/>
                    <a:pt x="1797079" y="1827410"/>
                    <a:pt x="1797079" y="1814713"/>
                  </a:cubicBezTo>
                  <a:cubicBezTo>
                    <a:pt x="1797079" y="1797300"/>
                    <a:pt x="1804334" y="1782517"/>
                    <a:pt x="1818845" y="1770364"/>
                  </a:cubicBezTo>
                  <a:cubicBezTo>
                    <a:pt x="1833356" y="1758211"/>
                    <a:pt x="1854940" y="1752135"/>
                    <a:pt x="1883599" y="1752135"/>
                  </a:cubicBezTo>
                  <a:cubicBezTo>
                    <a:pt x="1918425" y="1752135"/>
                    <a:pt x="1945723" y="1760297"/>
                    <a:pt x="1965494" y="1776622"/>
                  </a:cubicBezTo>
                  <a:cubicBezTo>
                    <a:pt x="1985265" y="1792946"/>
                    <a:pt x="1998234" y="1819066"/>
                    <a:pt x="2004401" y="1854980"/>
                  </a:cubicBezTo>
                  <a:lnTo>
                    <a:pt x="2236754" y="1841376"/>
                  </a:lnTo>
                  <a:cubicBezTo>
                    <a:pt x="2226597" y="1758665"/>
                    <a:pt x="2194764" y="1698355"/>
                    <a:pt x="2141255" y="1660445"/>
                  </a:cubicBezTo>
                  <a:cubicBezTo>
                    <a:pt x="2087747" y="1622536"/>
                    <a:pt x="2010024" y="1603581"/>
                    <a:pt x="1908086" y="1603581"/>
                  </a:cubicBezTo>
                  <a:close/>
                  <a:moveTo>
                    <a:pt x="0" y="0"/>
                  </a:moveTo>
                  <a:lnTo>
                    <a:pt x="7644740" y="0"/>
                  </a:lnTo>
                  <a:lnTo>
                    <a:pt x="764474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75000"/>
                <a:lumOff val="2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DAE122-DAC2-60B8-B8EE-F1A55AD50B6A}"/>
                </a:ext>
              </a:extLst>
            </p:cNvPr>
            <p:cNvSpPr txBox="1"/>
            <p:nvPr/>
          </p:nvSpPr>
          <p:spPr>
            <a:xfrm>
              <a:off x="-3020291" y="4932218"/>
              <a:ext cx="302029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Samsung Galaxy S26 line, launched in February 2026, includes the S26, S26+, and S26 Ultra, standing out for its Snapdragon 8 Elite Gen 5 processor, intense focus on artificial intelligence (Galaxy AI), and robust construction with Armor Aluminium. The models offer high-brightness screens, improved cameras, and the Ultra features </a:t>
              </a:r>
              <a:r>
                <a:rPr lang="en-GB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</a:t>
              </a:r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exclusive “Privacy Display</a:t>
              </a:r>
            </a:p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290025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500" advTm="13000"/>
    </mc:Choice>
    <mc:Fallback xmlns="">
      <p:transition spd="slow" advTm="1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FBA112-1F3A-D0B5-ED50-094411BF5C0D}"/>
              </a:ext>
            </a:extLst>
          </p:cNvPr>
          <p:cNvSpPr/>
          <p:nvPr/>
        </p:nvSpPr>
        <p:spPr>
          <a:xfrm>
            <a:off x="2908092" y="0"/>
            <a:ext cx="521990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DBFAE-BAC2-37C9-2CA7-E28F009447E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8724276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DA167D-A1CC-1DF5-5147-A037D6EEDE6D}"/>
                </a:ext>
              </a:extLst>
            </p:cNvPr>
            <p:cNvSpPr/>
            <p:nvPr/>
          </p:nvSpPr>
          <p:spPr>
            <a:xfrm>
              <a:off x="0" y="0"/>
              <a:ext cx="2908092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4943EB-5A95-9B29-EE24-8052A1042624}"/>
                </a:ext>
              </a:extLst>
            </p:cNvPr>
            <p:cNvSpPr/>
            <p:nvPr/>
          </p:nvSpPr>
          <p:spPr>
            <a:xfrm>
              <a:off x="5816184" y="0"/>
              <a:ext cx="2908092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10" name="Picture 9" descr="A close up of a cell phone&#10;&#10;AI-generated content may be incorrect.">
            <a:extLst>
              <a:ext uri="{FF2B5EF4-FFF2-40B4-BE49-F238E27FC236}">
                <a16:creationId xmlns:a16="http://schemas.microsoft.com/office/drawing/2014/main" id="{8C9B23A0-5E08-9F6A-2C95-1C2D18079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40" y="711208"/>
            <a:ext cx="2856692" cy="3440073"/>
          </a:xfrm>
          <a:prstGeom prst="rect">
            <a:avLst/>
          </a:prstGeom>
        </p:spPr>
      </p:pic>
      <p:pic>
        <p:nvPicPr>
          <p:cNvPr id="18" name="Picture 17" descr="A blue sky with white clouds&#10;&#10;AI-generated content may be incorrect.">
            <a:extLst>
              <a:ext uri="{FF2B5EF4-FFF2-40B4-BE49-F238E27FC236}">
                <a16:creationId xmlns:a16="http://schemas.microsoft.com/office/drawing/2014/main" id="{65428C20-72C1-46C6-794F-F1F88160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4C512C-7EDD-6C35-88F4-49E341A1F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5522" r="6472" b="6304"/>
          <a:stretch/>
        </p:blipFill>
        <p:spPr>
          <a:xfrm>
            <a:off x="8568222" y="711208"/>
            <a:ext cx="2932070" cy="34400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B84A95-1D07-6A05-49F2-C3AEEE814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1"/>
            <a:ext cx="4033520" cy="685799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6BD76CC-D930-4FB3-23B0-FAC4F60FC67D}"/>
              </a:ext>
            </a:extLst>
          </p:cNvPr>
          <p:cNvSpPr txBox="1"/>
          <p:nvPr/>
        </p:nvSpPr>
        <p:spPr>
          <a:xfrm>
            <a:off x="5068424" y="201523"/>
            <a:ext cx="22730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dirty="0" err="1">
                <a:solidFill>
                  <a:schemeClr val="bg1"/>
                </a:solidFill>
                <a:latin typeface="Arial Black" panose="020B0A04020102020204" pitchFamily="34" charset="0"/>
              </a:rPr>
              <a:t>Coluors</a:t>
            </a:r>
            <a:r>
              <a:rPr lang="pt-PT" sz="2200" dirty="0">
                <a:solidFill>
                  <a:schemeClr val="bg1"/>
                </a:solidFill>
                <a:latin typeface="Arial Black" panose="020B0A04020102020204" pitchFamily="34" charset="0"/>
              </a:rPr>
              <a:t> S26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25315D-C9B4-A02B-24CC-491E29FFB415}"/>
              </a:ext>
            </a:extLst>
          </p:cNvPr>
          <p:cNvSpPr txBox="1"/>
          <p:nvPr/>
        </p:nvSpPr>
        <p:spPr>
          <a:xfrm>
            <a:off x="1205367" y="4387125"/>
            <a:ext cx="307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US$ 899,99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1499A-4518-D610-E849-1172FDC46CF8}"/>
              </a:ext>
            </a:extLst>
          </p:cNvPr>
          <p:cNvSpPr txBox="1"/>
          <p:nvPr/>
        </p:nvSpPr>
        <p:spPr>
          <a:xfrm>
            <a:off x="5091121" y="4525625"/>
            <a:ext cx="6104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US$ 899,99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1380E8-A05F-BE8C-68E7-8D6E3F780920}"/>
              </a:ext>
            </a:extLst>
          </p:cNvPr>
          <p:cNvSpPr txBox="1"/>
          <p:nvPr/>
        </p:nvSpPr>
        <p:spPr>
          <a:xfrm>
            <a:off x="9087571" y="4525625"/>
            <a:ext cx="6178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US$ 899,99</a:t>
            </a: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 descr="A close up of a cell phone&#10;&#10;AI-generated content may be incorrect.">
            <a:extLst>
              <a:ext uri="{FF2B5EF4-FFF2-40B4-BE49-F238E27FC236}">
                <a16:creationId xmlns:a16="http://schemas.microsoft.com/office/drawing/2014/main" id="{00BDBF6F-BD12-1F67-5CD3-76B4DFD8E4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17000" r="6097" b="17000"/>
          <a:stretch/>
        </p:blipFill>
        <p:spPr>
          <a:xfrm>
            <a:off x="4384173" y="717552"/>
            <a:ext cx="3067359" cy="343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6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" advTm="6000"/>
    </mc:Choice>
    <mc:Fallback xmlns="">
      <p:transition spd="slow" advTm="6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BF7ADC-9BF3-AAD1-13CD-8FE753A2E4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40AD7-E02A-E05F-C2BF-37EDC453F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3"/>
          <a:stretch/>
        </p:blipFill>
        <p:spPr>
          <a:xfrm>
            <a:off x="3015189" y="2293965"/>
            <a:ext cx="6161621" cy="215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7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AA9453-9932-8E63-7ED5-36214F3EC1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6" name="Picture 5" descr="A white wireless earbuds in a charging case&#10;&#10;AI-generated content may be incorrect.">
            <a:extLst>
              <a:ext uri="{FF2B5EF4-FFF2-40B4-BE49-F238E27FC236}">
                <a16:creationId xmlns:a16="http://schemas.microsoft.com/office/drawing/2014/main" id="{EAF593FC-3580-EBFC-6F78-29CF568D3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62" y="1224643"/>
            <a:ext cx="8672638" cy="44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9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push dir="u"/>
      </p:transition>
    </mc:Choice>
    <mc:Fallback xmlns="">
      <p:transition spd="slow" advTm="4000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AA9453-9932-8E63-7ED5-36214F3EC1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BAC56-8A4A-3732-E02A-8E4AF2F646C2}"/>
              </a:ext>
            </a:extLst>
          </p:cNvPr>
          <p:cNvSpPr txBox="1"/>
          <p:nvPr/>
        </p:nvSpPr>
        <p:spPr>
          <a:xfrm>
            <a:off x="3695701" y="2240127"/>
            <a:ext cx="5410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GB" dirty="0">
                <a:latin typeface="Arial Black" panose="020B0A04020102020204" pitchFamily="34" charset="0"/>
              </a:rPr>
            </a:br>
            <a:r>
              <a:rPr lang="pt-PT" sz="60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Price: </a:t>
            </a:r>
            <a:r>
              <a:rPr lang="en-GB" sz="6000" b="1" dirty="0">
                <a:solidFill>
                  <a:srgbClr val="1D1D1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149 €</a:t>
            </a:r>
          </a:p>
          <a:p>
            <a:endParaRPr lang="pt-PT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9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AA742-CEBA-6E81-E996-B742CDBF4C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6" name="Picture 5" descr="A computer screen shot of a white earbuds&#10;&#10;AI-generated content may be incorrect.">
            <a:extLst>
              <a:ext uri="{FF2B5EF4-FFF2-40B4-BE49-F238E27FC236}">
                <a16:creationId xmlns:a16="http://schemas.microsoft.com/office/drawing/2014/main" id="{BB2EC8D6-CA41-04C8-445D-5C1FFC0C1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3" r="849" b="15555"/>
          <a:stretch/>
        </p:blipFill>
        <p:spPr>
          <a:xfrm>
            <a:off x="3333750" y="2073179"/>
            <a:ext cx="5829300" cy="271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1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push dir="u"/>
      </p:transition>
    </mc:Choice>
    <mc:Fallback xmlns="">
      <p:transition spd="slow" advTm="4000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AA742-CEBA-6E81-E996-B742CDBF4C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C67BF-0AD9-71A4-39A4-53B7C5CB4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2" t="18055" r="22079" b="12222"/>
          <a:stretch/>
        </p:blipFill>
        <p:spPr>
          <a:xfrm>
            <a:off x="1943100" y="1038225"/>
            <a:ext cx="80200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2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 advTm="4000">
        <p:split orient="vert"/>
      </p:transition>
    </mc:Choice>
    <mc:Fallback xmlns="">
      <p:transition spd="slow" advTm="4000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AA742-CEBA-6E81-E996-B742CDBF4C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F4B9B-F159-3B3E-1423-43457B70C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8" t="19445" r="21608" b="14722"/>
          <a:stretch/>
        </p:blipFill>
        <p:spPr>
          <a:xfrm>
            <a:off x="0" y="1171575"/>
            <a:ext cx="9086851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6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750" advTm="4000">
        <p:split orient="vert"/>
      </p:transition>
    </mc:Choice>
    <mc:Fallback xmlns="">
      <p:transition spd="slow" advTm="4000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AA742-CEBA-6E81-E996-B742CDBF4C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01E18A-8676-7A49-1F94-D9F67621F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2" t="22500" r="22236" b="7499"/>
          <a:stretch/>
        </p:blipFill>
        <p:spPr>
          <a:xfrm>
            <a:off x="3067049" y="323850"/>
            <a:ext cx="6419851" cy="480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76F7A6-A34D-4764-5188-63134D365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2" t="44167" r="34471" b="36389"/>
          <a:stretch/>
        </p:blipFill>
        <p:spPr>
          <a:xfrm>
            <a:off x="4143374" y="5124450"/>
            <a:ext cx="3905251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4000">
        <p:circle/>
      </p:transition>
    </mc:Choice>
    <mc:Fallback xmlns="">
      <p:transition spd="slow" advTm="4000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098514-B66E-06A9-746D-9B7ECB5A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Contactos</a:t>
            </a:r>
            <a:r>
              <a:rPr lang="pt-PT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37AB28-2FA8-3BB5-2BE7-6FAB560B8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>
                <a:latin typeface="Arial Black" panose="020B0A04020102020204" pitchFamily="34" charset="0"/>
              </a:rPr>
              <a:t>Serviço ao cliente: 873904603 /</a:t>
            </a:r>
          </a:p>
          <a:p>
            <a:r>
              <a:rPr lang="pt-PT" dirty="0">
                <a:latin typeface="Arial Black" panose="020B0A04020102020204" pitchFamily="34" charset="0"/>
              </a:rPr>
              <a:t>Site oficial : </a:t>
            </a:r>
            <a:r>
              <a:rPr lang="pt-PT" dirty="0">
                <a:latin typeface="Arial Black" panose="020B0A04020102020204" pitchFamily="34" charset="0"/>
                <a:hlinkClick r:id="rId2"/>
              </a:rPr>
              <a:t>www.Digitalstoretech.mz</a:t>
            </a:r>
            <a:endParaRPr lang="pt-PT" dirty="0">
              <a:latin typeface="Arial Black" panose="020B0A04020102020204" pitchFamily="34" charset="0"/>
            </a:endParaRPr>
          </a:p>
          <a:p>
            <a:r>
              <a:rPr lang="pt-PT" dirty="0">
                <a:latin typeface="Arial Black" panose="020B0A04020102020204" pitchFamily="34" charset="0"/>
              </a:rPr>
              <a:t>Email: </a:t>
            </a:r>
            <a:r>
              <a:rPr lang="pt-PT" dirty="0">
                <a:latin typeface="Arial Black" panose="020B0A04020102020204" pitchFamily="34" charset="0"/>
                <a:hlinkClick r:id="rId3"/>
              </a:rPr>
              <a:t>Digitaltech2020@gmail.com</a:t>
            </a:r>
            <a:endParaRPr lang="pt-PT" dirty="0">
              <a:latin typeface="Arial Black" panose="020B0A04020102020204" pitchFamily="34" charset="0"/>
            </a:endParaRPr>
          </a:p>
          <a:p>
            <a:endParaRPr lang="pt-PT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44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750" advTm="6000">
        <p14:reveal/>
      </p:transition>
    </mc:Choice>
    <mc:Fallback xmlns="">
      <p:transition spd="slow" advTm="6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2282</TotalTime>
  <Words>817</Words>
  <Application>Microsoft Office PowerPoint</Application>
  <PresentationFormat>Ecrã Panorâmico</PresentationFormat>
  <Paragraphs>80</Paragraphs>
  <Slides>22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3" baseType="lpstr">
      <vt:lpstr>Office Theme</vt:lpstr>
      <vt:lpstr>Apresentação do PowerPoint</vt:lpstr>
      <vt:lpstr>Digital Store</vt:lpstr>
      <vt:lpstr>Apresentação do PowerPoint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Contactos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Models</dc:title>
  <dc:creator>Alsten Laice</dc:creator>
  <cp:lastModifiedBy>alstenlaice2009@gmail.com</cp:lastModifiedBy>
  <cp:revision>16</cp:revision>
  <dcterms:created xsi:type="dcterms:W3CDTF">2026-04-29T02:13:05Z</dcterms:created>
  <dcterms:modified xsi:type="dcterms:W3CDTF">2026-09-21T18:18:32Z</dcterms:modified>
</cp:coreProperties>
</file>